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48" r:id="rId2"/>
    <p:sldMasterId id="2147483652" r:id="rId3"/>
  </p:sldMasterIdLst>
  <p:notesMasterIdLst>
    <p:notesMasterId r:id="rId28"/>
  </p:notesMasterIdLst>
  <p:handoutMasterIdLst>
    <p:handoutMasterId r:id="rId29"/>
  </p:handoutMasterIdLst>
  <p:sldIdLst>
    <p:sldId id="256" r:id="rId4"/>
    <p:sldId id="258" r:id="rId5"/>
    <p:sldId id="262" r:id="rId6"/>
    <p:sldId id="263" r:id="rId7"/>
    <p:sldId id="260" r:id="rId8"/>
    <p:sldId id="264" r:id="rId9"/>
    <p:sldId id="272" r:id="rId10"/>
    <p:sldId id="281" r:id="rId11"/>
    <p:sldId id="265" r:id="rId12"/>
    <p:sldId id="266" r:id="rId13"/>
    <p:sldId id="267" r:id="rId14"/>
    <p:sldId id="268" r:id="rId15"/>
    <p:sldId id="269" r:id="rId16"/>
    <p:sldId id="270" r:id="rId17"/>
    <p:sldId id="273" r:id="rId18"/>
    <p:sldId id="282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3" r:id="rId27"/>
  </p:sldIdLst>
  <p:sldSz cx="12192000" cy="6858000"/>
  <p:notesSz cx="12344400" cy="73152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91FF"/>
    <a:srgbClr val="0083E6"/>
    <a:srgbClr val="FFFFE5"/>
    <a:srgbClr val="BF9000"/>
    <a:srgbClr val="7C9DCE"/>
    <a:srgbClr val="1971FF"/>
    <a:srgbClr val="009E47"/>
    <a:srgbClr val="00FF00"/>
    <a:srgbClr val="C55A11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330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1764764-F7B7-4619-934D-9CC2DA7D77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" y="0"/>
            <a:ext cx="5349240" cy="367454"/>
          </a:xfrm>
          <a:prstGeom prst="rect">
            <a:avLst/>
          </a:prstGeom>
        </p:spPr>
        <p:txBody>
          <a:bodyPr vert="horz" lIns="109565" tIns="54783" rIns="109565" bIns="54783" rtlCol="0"/>
          <a:lstStyle>
            <a:lvl1pPr algn="l">
              <a:defRPr sz="15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58A1338-F101-5E10-CC5D-2790077B64D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93018" y="0"/>
            <a:ext cx="5349240" cy="367454"/>
          </a:xfrm>
          <a:prstGeom prst="rect">
            <a:avLst/>
          </a:prstGeom>
        </p:spPr>
        <p:txBody>
          <a:bodyPr vert="horz" lIns="109565" tIns="54783" rIns="109565" bIns="54783" rtlCol="0"/>
          <a:lstStyle>
            <a:lvl1pPr algn="r">
              <a:defRPr sz="1500"/>
            </a:lvl1pPr>
          </a:lstStyle>
          <a:p>
            <a:fld id="{99D69C7F-8110-406B-A63E-81EB2EBDFE06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07E4FB9-0392-C2B7-584F-62331B974F2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3" y="6947750"/>
            <a:ext cx="5349240" cy="367453"/>
          </a:xfrm>
          <a:prstGeom prst="rect">
            <a:avLst/>
          </a:prstGeom>
        </p:spPr>
        <p:txBody>
          <a:bodyPr vert="horz" lIns="109565" tIns="54783" rIns="109565" bIns="54783" rtlCol="0" anchor="b"/>
          <a:lstStyle>
            <a:lvl1pPr algn="l">
              <a:defRPr sz="15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D524316-12F8-295D-718D-5D2EB1C9AE7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93018" y="6947750"/>
            <a:ext cx="5349240" cy="367453"/>
          </a:xfrm>
          <a:prstGeom prst="rect">
            <a:avLst/>
          </a:prstGeom>
        </p:spPr>
        <p:txBody>
          <a:bodyPr vert="horz" lIns="109565" tIns="54783" rIns="109565" bIns="54783" rtlCol="0" anchor="b"/>
          <a:lstStyle>
            <a:lvl1pPr algn="r">
              <a:defRPr sz="1500"/>
            </a:lvl1pPr>
          </a:lstStyle>
          <a:p>
            <a:fld id="{F545FEA8-D3DB-4D9A-BCE9-EEC10C5A98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341688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5349240" cy="367454"/>
          </a:xfrm>
          <a:prstGeom prst="rect">
            <a:avLst/>
          </a:prstGeom>
        </p:spPr>
        <p:txBody>
          <a:bodyPr vert="horz" lIns="109565" tIns="54783" rIns="109565" bIns="54783" rtlCol="0"/>
          <a:lstStyle>
            <a:lvl1pPr algn="l">
              <a:defRPr sz="15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993018" y="0"/>
            <a:ext cx="5349240" cy="367454"/>
          </a:xfrm>
          <a:prstGeom prst="rect">
            <a:avLst/>
          </a:prstGeom>
        </p:spPr>
        <p:txBody>
          <a:bodyPr vert="horz" lIns="109565" tIns="54783" rIns="109565" bIns="54783" rtlCol="0"/>
          <a:lstStyle>
            <a:lvl1pPr algn="r">
              <a:defRPr sz="1500"/>
            </a:lvl1pPr>
          </a:lstStyle>
          <a:p>
            <a:fld id="{002F3B7A-C25F-4CE1-8FEE-39C6D6ACD16A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976688" y="914400"/>
            <a:ext cx="4391025" cy="2470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09565" tIns="54783" rIns="109565" bIns="54783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34441" y="3520443"/>
            <a:ext cx="9875520" cy="2880359"/>
          </a:xfrm>
          <a:prstGeom prst="rect">
            <a:avLst/>
          </a:prstGeom>
        </p:spPr>
        <p:txBody>
          <a:bodyPr vert="horz" lIns="109565" tIns="54783" rIns="109565" bIns="54783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3" y="6947750"/>
            <a:ext cx="5349240" cy="367453"/>
          </a:xfrm>
          <a:prstGeom prst="rect">
            <a:avLst/>
          </a:prstGeom>
        </p:spPr>
        <p:txBody>
          <a:bodyPr vert="horz" lIns="109565" tIns="54783" rIns="109565" bIns="54783" rtlCol="0" anchor="b"/>
          <a:lstStyle>
            <a:lvl1pPr algn="l">
              <a:defRPr sz="15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93018" y="6947750"/>
            <a:ext cx="5349240" cy="367453"/>
          </a:xfrm>
          <a:prstGeom prst="rect">
            <a:avLst/>
          </a:prstGeom>
        </p:spPr>
        <p:txBody>
          <a:bodyPr vert="horz" lIns="109565" tIns="54783" rIns="109565" bIns="54783" rtlCol="0" anchor="b"/>
          <a:lstStyle>
            <a:lvl1pPr algn="r">
              <a:defRPr sz="1500"/>
            </a:lvl1pPr>
          </a:lstStyle>
          <a:p>
            <a:fld id="{86C45646-8B8D-4071-B4CD-95D56DF2F4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358266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5763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模式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B75A66B2-2DB2-4F89-0BBA-D5CD2C609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905500"/>
            <a:ext cx="12192000" cy="952499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8004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其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8">
            <a:extLst>
              <a:ext uri="{FF2B5EF4-FFF2-40B4-BE49-F238E27FC236}">
                <a16:creationId xmlns:a16="http://schemas.microsoft.com/office/drawing/2014/main" id="{FDFD55FC-B95B-087D-6A16-A70E945C7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905500"/>
            <a:ext cx="12192000" cy="952499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9359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5316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模式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B75A66B2-2DB2-4F89-0BBA-D5CD2C609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905500"/>
            <a:ext cx="12192000" cy="952499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79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1DD6D5C-0C75-C154-6AEF-A8A8F608B57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590" t="4311" r="5734" b="10737"/>
          <a:stretch>
            <a:fillRect/>
          </a:stretch>
        </p:blipFill>
        <p:spPr>
          <a:xfrm>
            <a:off x="3126000" y="1033479"/>
            <a:ext cx="5940000" cy="3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926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C122279-C0AB-BECD-6DAC-4EFEE92A3F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851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3875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whowechina/iidx_pico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c:/Users/whowe/AppData/Local/Programs/Microsoft%20VS%20Code/resources/app/out/vs/code/electron-browser/workbench/workbench.html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whowechina/iidx_pico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5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c:/Users/whowe/AppData/Local/Programs/Microsoft%20VS%20Code/resources/app/out/vs/code/electron-browser/workbench/workbench.html" TargetMode="Externa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whowechina/iidx_pico" TargetMode="Externa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6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6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c:/Users/whowe/AppData/Local/Programs/Microsoft%20VS%20Code/resources/app/out/vs/code/electron-browser/workbench/workbench.html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>
            <a:extLst>
              <a:ext uri="{FF2B5EF4-FFF2-40B4-BE49-F238E27FC236}">
                <a16:creationId xmlns:a16="http://schemas.microsoft.com/office/drawing/2014/main" id="{4E9190ED-7AF4-95CC-A980-5FE199667520}"/>
              </a:ext>
            </a:extLst>
          </p:cNvPr>
          <p:cNvSpPr txBox="1">
            <a:spLocks/>
          </p:cNvSpPr>
          <p:nvPr/>
        </p:nvSpPr>
        <p:spPr>
          <a:xfrm>
            <a:off x="0" y="4410914"/>
            <a:ext cx="12192000" cy="16582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b="1" dirty="0"/>
              <a:t>Manual for</a:t>
            </a:r>
          </a:p>
          <a:p>
            <a:pPr algn="ctr"/>
            <a:r>
              <a:rPr lang="en-US" altLang="zh-CN" b="1" dirty="0"/>
              <a:t>IIDX Pico/Teeny/Jumbo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ECA1310-B9F8-9A4A-4108-7A6BDB321294}"/>
              </a:ext>
            </a:extLst>
          </p:cNvPr>
          <p:cNvSpPr txBox="1"/>
          <p:nvPr/>
        </p:nvSpPr>
        <p:spPr>
          <a:xfrm>
            <a:off x="7510738" y="99038"/>
            <a:ext cx="4577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hlinkClick r:id="rId2"/>
              </a:rPr>
              <a:t>https://github.com/whowechina/iidx_pico</a:t>
            </a:r>
            <a:endParaRPr lang="zh-CN" altLang="en-US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A13D3C-50A8-DD1E-7F57-224BE692341B}"/>
              </a:ext>
            </a:extLst>
          </p:cNvPr>
          <p:cNvSpPr txBox="1"/>
          <p:nvPr/>
        </p:nvSpPr>
        <p:spPr>
          <a:xfrm>
            <a:off x="-42641" y="-15125"/>
            <a:ext cx="19425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English</a:t>
            </a:r>
            <a:endParaRPr lang="zh-CN" altLang="en-US" sz="4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341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8873DDC-2AA2-EE3F-414F-7B75CE392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POWER-ON</a:t>
            </a:r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CB77F11-2A4B-483F-D41F-CC84B1F47586}"/>
              </a:ext>
            </a:extLst>
          </p:cNvPr>
          <p:cNvSpPr/>
          <p:nvPr/>
        </p:nvSpPr>
        <p:spPr>
          <a:xfrm>
            <a:off x="9928225" y="1540931"/>
            <a:ext cx="190500" cy="203200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32457AE-E0B6-8C09-5CCA-1E12685611C9}"/>
              </a:ext>
            </a:extLst>
          </p:cNvPr>
          <p:cNvSpPr/>
          <p:nvPr/>
        </p:nvSpPr>
        <p:spPr>
          <a:xfrm>
            <a:off x="10202862" y="1540931"/>
            <a:ext cx="190500" cy="203200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E6E2637-9F6C-3912-359C-68A8EA1C1110}"/>
              </a:ext>
            </a:extLst>
          </p:cNvPr>
          <p:cNvSpPr txBox="1"/>
          <p:nvPr/>
        </p:nvSpPr>
        <p:spPr>
          <a:xfrm>
            <a:off x="8623299" y="532507"/>
            <a:ext cx="1101117" cy="53436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NORMAL Device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28" name="连接符: 肘形 27">
            <a:extLst>
              <a:ext uri="{FF2B5EF4-FFF2-40B4-BE49-F238E27FC236}">
                <a16:creationId xmlns:a16="http://schemas.microsoft.com/office/drawing/2014/main" id="{976E10BB-0DF0-AB0A-FDC6-2EF48D79C205}"/>
              </a:ext>
            </a:extLst>
          </p:cNvPr>
          <p:cNvCxnSpPr>
            <a:cxnSpLocks/>
            <a:stCxn id="21" idx="3"/>
            <a:endCxn id="4" idx="0"/>
          </p:cNvCxnSpPr>
          <p:nvPr/>
        </p:nvCxnSpPr>
        <p:spPr>
          <a:xfrm>
            <a:off x="9724416" y="799691"/>
            <a:ext cx="299059" cy="741240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186BC645-EC5A-4155-8E85-265E63787097}"/>
              </a:ext>
            </a:extLst>
          </p:cNvPr>
          <p:cNvCxnSpPr>
            <a:cxnSpLocks/>
            <a:stCxn id="4" idx="2"/>
            <a:endCxn id="32" idx="1"/>
          </p:cNvCxnSpPr>
          <p:nvPr/>
        </p:nvCxnSpPr>
        <p:spPr>
          <a:xfrm rot="16200000" flipH="1">
            <a:off x="10384587" y="1383018"/>
            <a:ext cx="161518" cy="883743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96D11CA9-7DCD-0AFA-7EBD-3232EBB90B6D}"/>
              </a:ext>
            </a:extLst>
          </p:cNvPr>
          <p:cNvSpPr txBox="1"/>
          <p:nvPr/>
        </p:nvSpPr>
        <p:spPr>
          <a:xfrm>
            <a:off x="10907218" y="1638465"/>
            <a:ext cx="1004489" cy="53436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Firmware</a:t>
            </a:r>
            <a:b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Update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DAB5956-B96D-3BE8-1B50-BDA805009E4B}"/>
              </a:ext>
            </a:extLst>
          </p:cNvPr>
          <p:cNvSpPr txBox="1"/>
          <p:nvPr/>
        </p:nvSpPr>
        <p:spPr>
          <a:xfrm>
            <a:off x="10507110" y="532507"/>
            <a:ext cx="1026539" cy="53436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KONAMI</a:t>
            </a:r>
            <a:b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Device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44" name="连接符: 肘形 43">
            <a:extLst>
              <a:ext uri="{FF2B5EF4-FFF2-40B4-BE49-F238E27FC236}">
                <a16:creationId xmlns:a16="http://schemas.microsoft.com/office/drawing/2014/main" id="{160C77F0-F107-9C31-6478-C9FD2DB5BE94}"/>
              </a:ext>
            </a:extLst>
          </p:cNvPr>
          <p:cNvCxnSpPr>
            <a:cxnSpLocks/>
            <a:stCxn id="43" idx="1"/>
            <a:endCxn id="7" idx="0"/>
          </p:cNvCxnSpPr>
          <p:nvPr/>
        </p:nvCxnSpPr>
        <p:spPr>
          <a:xfrm rot="10800000" flipV="1">
            <a:off x="10298112" y="799691"/>
            <a:ext cx="208998" cy="741240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连接符: 肘形 49">
            <a:extLst>
              <a:ext uri="{FF2B5EF4-FFF2-40B4-BE49-F238E27FC236}">
                <a16:creationId xmlns:a16="http://schemas.microsoft.com/office/drawing/2014/main" id="{64288B23-6692-0B64-AA76-B9F199FC2D3B}"/>
              </a:ext>
            </a:extLst>
          </p:cNvPr>
          <p:cNvCxnSpPr>
            <a:cxnSpLocks/>
            <a:stCxn id="7" idx="2"/>
            <a:endCxn id="32" idx="1"/>
          </p:cNvCxnSpPr>
          <p:nvPr/>
        </p:nvCxnSpPr>
        <p:spPr>
          <a:xfrm rot="16200000" flipH="1">
            <a:off x="10521906" y="1520337"/>
            <a:ext cx="161518" cy="609106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3C414146-6225-9E49-1D20-945EFA12CA8A}"/>
              </a:ext>
            </a:extLst>
          </p:cNvPr>
          <p:cNvSpPr txBox="1"/>
          <p:nvPr/>
        </p:nvSpPr>
        <p:spPr>
          <a:xfrm>
            <a:off x="7860594" y="209599"/>
            <a:ext cx="2626526" cy="2394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0070C0"/>
            </a:solidFill>
            <a:prstDash val="sysDot"/>
          </a:ln>
          <a:effectLst/>
        </p:spPr>
        <p:txBody>
          <a:bodyPr wrap="square" lIns="54000" tIns="36000" rIns="36000" bIns="36000" rtlCol="0">
            <a:spAutoFit/>
          </a:bodyPr>
          <a:lstStyle/>
          <a:p>
            <a:pPr>
              <a:lnSpc>
                <a:spcPts val="1300"/>
              </a:lnSpc>
            </a:pPr>
            <a:r>
              <a:rPr lang="en-US" altLang="zh-CN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Device Mode will be saved in flash.</a:t>
            </a:r>
            <a:endParaRPr lang="zh-CN" altLang="en-US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文本框 20">
            <a:extLst>
              <a:ext uri="{FF2B5EF4-FFF2-40B4-BE49-F238E27FC236}">
                <a16:creationId xmlns:a16="http://schemas.microsoft.com/office/drawing/2014/main" id="{FFAFD759-A8DA-4227-A405-3C50A35214B3}"/>
              </a:ext>
            </a:extLst>
          </p:cNvPr>
          <p:cNvSpPr txBox="1"/>
          <p:nvPr/>
        </p:nvSpPr>
        <p:spPr>
          <a:xfrm>
            <a:off x="7193315" y="532507"/>
            <a:ext cx="1155347" cy="53436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PlayStation Device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4" name="连接符: 肘形 27">
            <a:extLst>
              <a:ext uri="{FF2B5EF4-FFF2-40B4-BE49-F238E27FC236}">
                <a16:creationId xmlns:a16="http://schemas.microsoft.com/office/drawing/2014/main" id="{E39BE4F4-D5A7-4503-8119-B6E18F27FD62}"/>
              </a:ext>
            </a:extLst>
          </p:cNvPr>
          <p:cNvCxnSpPr>
            <a:cxnSpLocks/>
            <a:stCxn id="13" idx="2"/>
          </p:cNvCxnSpPr>
          <p:nvPr/>
        </p:nvCxnSpPr>
        <p:spPr>
          <a:xfrm rot="16200000" flipH="1">
            <a:off x="8538102" y="299762"/>
            <a:ext cx="102846" cy="1637072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肘形 28">
            <a:extLst>
              <a:ext uri="{FF2B5EF4-FFF2-40B4-BE49-F238E27FC236}">
                <a16:creationId xmlns:a16="http://schemas.microsoft.com/office/drawing/2014/main" id="{77B478F7-2E06-4333-A2DE-EACB9E833A38}"/>
              </a:ext>
            </a:extLst>
          </p:cNvPr>
          <p:cNvCxnSpPr>
            <a:cxnSpLocks/>
          </p:cNvCxnSpPr>
          <p:nvPr/>
        </p:nvCxnSpPr>
        <p:spPr>
          <a:xfrm rot="5400000">
            <a:off x="9301389" y="1258579"/>
            <a:ext cx="201470" cy="2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: 圆角 22">
            <a:extLst>
              <a:ext uri="{FF2B5EF4-FFF2-40B4-BE49-F238E27FC236}">
                <a16:creationId xmlns:a16="http://schemas.microsoft.com/office/drawing/2014/main" id="{1CD13D31-6ADC-4CF8-819B-2F42510C8F3E}"/>
              </a:ext>
            </a:extLst>
          </p:cNvPr>
          <p:cNvSpPr/>
          <p:nvPr/>
        </p:nvSpPr>
        <p:spPr>
          <a:xfrm>
            <a:off x="9155476" y="1371191"/>
            <a:ext cx="505170" cy="544949"/>
          </a:xfrm>
          <a:prstGeom prst="roundRect">
            <a:avLst>
              <a:gd name="adj" fmla="val 9697"/>
            </a:avLst>
          </a:prstGeom>
          <a:solidFill>
            <a:schemeClr val="accent1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endParaRPr lang="zh-CN" altLang="en-US" sz="8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022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8873DDC-2AA2-EE3F-414F-7B75CE392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NORMAL MODE</a:t>
            </a:r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CB77F11-2A4B-483F-D41F-CC84B1F47586}"/>
              </a:ext>
            </a:extLst>
          </p:cNvPr>
          <p:cNvSpPr/>
          <p:nvPr/>
        </p:nvSpPr>
        <p:spPr>
          <a:xfrm>
            <a:off x="9928225" y="1540931"/>
            <a:ext cx="190500" cy="203200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32457AE-E0B6-8C09-5CCA-1E12685611C9}"/>
              </a:ext>
            </a:extLst>
          </p:cNvPr>
          <p:cNvSpPr/>
          <p:nvPr/>
        </p:nvSpPr>
        <p:spPr>
          <a:xfrm>
            <a:off x="10202862" y="1540931"/>
            <a:ext cx="190500" cy="203200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左大括号 17">
            <a:extLst>
              <a:ext uri="{FF2B5EF4-FFF2-40B4-BE49-F238E27FC236}">
                <a16:creationId xmlns:a16="http://schemas.microsoft.com/office/drawing/2014/main" id="{632A3880-6E13-2DAD-4493-7168D4DCB640}"/>
              </a:ext>
            </a:extLst>
          </p:cNvPr>
          <p:cNvSpPr/>
          <p:nvPr/>
        </p:nvSpPr>
        <p:spPr>
          <a:xfrm rot="5400000">
            <a:off x="10010690" y="1093973"/>
            <a:ext cx="297982" cy="475617"/>
          </a:xfrm>
          <a:prstGeom prst="leftBrace">
            <a:avLst>
              <a:gd name="adj1" fmla="val 18367"/>
              <a:gd name="adj2" fmla="val 48805"/>
            </a:avLst>
          </a:prstGeom>
          <a:ln w="28575">
            <a:solidFill>
              <a:srgbClr val="FF0000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186BC645-EC5A-4155-8E85-265E63787097}"/>
              </a:ext>
            </a:extLst>
          </p:cNvPr>
          <p:cNvCxnSpPr>
            <a:cxnSpLocks/>
            <a:stCxn id="27" idx="2"/>
            <a:endCxn id="32" idx="0"/>
          </p:cNvCxnSpPr>
          <p:nvPr/>
        </p:nvCxnSpPr>
        <p:spPr>
          <a:xfrm rot="16200000" flipH="1">
            <a:off x="10977902" y="1284908"/>
            <a:ext cx="536670" cy="776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96D11CA9-7DCD-0AFA-7EBD-3232EBB90B6D}"/>
              </a:ext>
            </a:extLst>
          </p:cNvPr>
          <p:cNvSpPr txBox="1"/>
          <p:nvPr/>
        </p:nvSpPr>
        <p:spPr>
          <a:xfrm>
            <a:off x="10744380" y="1553631"/>
            <a:ext cx="1004489" cy="76520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Enter</a:t>
            </a:r>
            <a:b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SETUP</a:t>
            </a:r>
            <a:br>
              <a:rPr lang="en-US" altLang="zh-CN" sz="16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</a:b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Mode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759A2FC-4800-5EBA-A90A-D70EA2441814}"/>
              </a:ext>
            </a:extLst>
          </p:cNvPr>
          <p:cNvSpPr/>
          <p:nvPr/>
        </p:nvSpPr>
        <p:spPr>
          <a:xfrm>
            <a:off x="7210835" y="2412706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TT</a:t>
            </a:r>
            <a:b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Effect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DBE85F7-0999-F7DC-E1CC-450D9F145D19}"/>
              </a:ext>
            </a:extLst>
          </p:cNvPr>
          <p:cNvSpPr/>
          <p:nvPr/>
        </p:nvSpPr>
        <p:spPr>
          <a:xfrm>
            <a:off x="8222426" y="2412706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Key Off</a:t>
            </a:r>
            <a:b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Light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C66D444-A49A-457F-8041-D6762ACACBD5}"/>
              </a:ext>
            </a:extLst>
          </p:cNvPr>
          <p:cNvSpPr/>
          <p:nvPr/>
        </p:nvSpPr>
        <p:spPr>
          <a:xfrm>
            <a:off x="9233780" y="2411959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Key Release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268326C-5710-A117-D2C7-3F36551D2446}"/>
              </a:ext>
            </a:extLst>
          </p:cNvPr>
          <p:cNvSpPr/>
          <p:nvPr/>
        </p:nvSpPr>
        <p:spPr>
          <a:xfrm>
            <a:off x="6705666" y="3792143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Key</a:t>
            </a:r>
            <a:b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Theme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8FF11EF-2D67-8AA1-975B-989DCA894003}"/>
              </a:ext>
            </a:extLst>
          </p:cNvPr>
          <p:cNvSpPr/>
          <p:nvPr/>
        </p:nvSpPr>
        <p:spPr>
          <a:xfrm>
            <a:off x="7712792" y="3795426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Key On</a:t>
            </a:r>
          </a:p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Light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B39A25D-3FB5-8488-D6AB-4116F870FCA3}"/>
              </a:ext>
            </a:extLst>
          </p:cNvPr>
          <p:cNvSpPr/>
          <p:nvPr/>
        </p:nvSpPr>
        <p:spPr>
          <a:xfrm>
            <a:off x="8727511" y="3792143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Key Trigger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C4D0F25-2AD5-0869-5F7E-34A1A48E15E0}"/>
              </a:ext>
            </a:extLst>
          </p:cNvPr>
          <p:cNvSpPr/>
          <p:nvPr/>
        </p:nvSpPr>
        <p:spPr>
          <a:xfrm>
            <a:off x="9734637" y="3792143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4" name="左大括号 13">
            <a:extLst>
              <a:ext uri="{FF2B5EF4-FFF2-40B4-BE49-F238E27FC236}">
                <a16:creationId xmlns:a16="http://schemas.microsoft.com/office/drawing/2014/main" id="{ED754121-08A1-B733-B738-EE93E051FA2E}"/>
              </a:ext>
            </a:extLst>
          </p:cNvPr>
          <p:cNvSpPr/>
          <p:nvPr/>
        </p:nvSpPr>
        <p:spPr>
          <a:xfrm rot="10800000" flipH="1">
            <a:off x="6198236" y="2411960"/>
            <a:ext cx="417184" cy="2500868"/>
          </a:xfrm>
          <a:prstGeom prst="leftBrace">
            <a:avLst>
              <a:gd name="adj1" fmla="val 21655"/>
              <a:gd name="adj2" fmla="val 50551"/>
            </a:avLst>
          </a:prstGeom>
          <a:ln w="28575">
            <a:solidFill>
              <a:schemeClr val="accent4">
                <a:lumMod val="75000"/>
                <a:alpha val="69804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323D88EB-DF41-3BAC-C388-2117A3977FDE}"/>
              </a:ext>
            </a:extLst>
          </p:cNvPr>
          <p:cNvCxnSpPr>
            <a:cxnSpLocks/>
            <a:stCxn id="18" idx="1"/>
            <a:endCxn id="14" idx="1"/>
          </p:cNvCxnSpPr>
          <p:nvPr/>
        </p:nvCxnSpPr>
        <p:spPr>
          <a:xfrm rot="16200000" flipH="1" flipV="1">
            <a:off x="6948889" y="432137"/>
            <a:ext cx="2465823" cy="3967129"/>
          </a:xfrm>
          <a:prstGeom prst="bentConnector4">
            <a:avLst>
              <a:gd name="adj1" fmla="val -28029"/>
              <a:gd name="adj2" fmla="val 105762"/>
            </a:avLst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8B994459-D4F4-C5C6-A9A2-998AB2C47BE5}"/>
              </a:ext>
            </a:extLst>
          </p:cNvPr>
          <p:cNvSpPr txBox="1"/>
          <p:nvPr/>
        </p:nvSpPr>
        <p:spPr>
          <a:xfrm>
            <a:off x="4709632" y="611277"/>
            <a:ext cx="1038549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Enter</a:t>
            </a:r>
            <a:b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LED LEVEL</a:t>
            </a:r>
            <a:br>
              <a:rPr lang="en-US" altLang="zh-CN" sz="16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</a:b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Mode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15" name="箭头: 左 14">
            <a:extLst>
              <a:ext uri="{FF2B5EF4-FFF2-40B4-BE49-F238E27FC236}">
                <a16:creationId xmlns:a16="http://schemas.microsoft.com/office/drawing/2014/main" id="{81F8C91F-0DF9-A78F-9FA4-3627206ECEC6}"/>
              </a:ext>
            </a:extLst>
          </p:cNvPr>
          <p:cNvSpPr/>
          <p:nvPr/>
        </p:nvSpPr>
        <p:spPr>
          <a:xfrm rot="2159241">
            <a:off x="4220521" y="759362"/>
            <a:ext cx="437078" cy="304655"/>
          </a:xfrm>
          <a:prstGeom prst="leftArrow">
            <a:avLst/>
          </a:prstGeom>
          <a:noFill/>
          <a:ln w="28575">
            <a:solidFill>
              <a:srgbClr val="2F528F">
                <a:alpha val="6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左 16">
            <a:extLst>
              <a:ext uri="{FF2B5EF4-FFF2-40B4-BE49-F238E27FC236}">
                <a16:creationId xmlns:a16="http://schemas.microsoft.com/office/drawing/2014/main" id="{916F607E-44E8-08BA-E148-2E38F1DEA424}"/>
              </a:ext>
            </a:extLst>
          </p:cNvPr>
          <p:cNvSpPr/>
          <p:nvPr/>
        </p:nvSpPr>
        <p:spPr>
          <a:xfrm rot="13792854">
            <a:off x="5143135" y="1561683"/>
            <a:ext cx="437078" cy="304655"/>
          </a:xfrm>
          <a:prstGeom prst="leftArrow">
            <a:avLst/>
          </a:prstGeom>
          <a:noFill/>
          <a:ln w="28575">
            <a:solidFill>
              <a:srgbClr val="2F528F">
                <a:alpha val="6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FA84C167-5D37-C5A6-1A5E-95BF9B52C92A}"/>
              </a:ext>
            </a:extLst>
          </p:cNvPr>
          <p:cNvCxnSpPr>
            <a:cxnSpLocks/>
            <a:stCxn id="18" idx="1"/>
            <a:endCxn id="5" idx="0"/>
          </p:cNvCxnSpPr>
          <p:nvPr/>
        </p:nvCxnSpPr>
        <p:spPr>
          <a:xfrm rot="16200000" flipV="1">
            <a:off x="7411379" y="-1571195"/>
            <a:ext cx="571514" cy="4936458"/>
          </a:xfrm>
          <a:prstGeom prst="bentConnector3">
            <a:avLst>
              <a:gd name="adj1" fmla="val 155832"/>
            </a:avLst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104890B8-A9AD-3B85-4D6D-4F87248A45DB}"/>
              </a:ext>
            </a:extLst>
          </p:cNvPr>
          <p:cNvSpPr/>
          <p:nvPr/>
        </p:nvSpPr>
        <p:spPr>
          <a:xfrm>
            <a:off x="6705666" y="1371191"/>
            <a:ext cx="505170" cy="544949"/>
          </a:xfrm>
          <a:prstGeom prst="roundRect">
            <a:avLst>
              <a:gd name="adj" fmla="val 9697"/>
            </a:avLst>
          </a:prstGeom>
          <a:solidFill>
            <a:schemeClr val="accent1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en-US" altLang="zh-CN" sz="800" b="1" dirty="0">
                <a:solidFill>
                  <a:srgbClr val="00B0F0"/>
                </a:solidFill>
              </a:rPr>
              <a:t>Profile 1</a:t>
            </a:r>
            <a:endParaRPr lang="zh-CN" altLang="en-US" sz="800" b="1" dirty="0">
              <a:solidFill>
                <a:srgbClr val="00B0F0"/>
              </a:solidFill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70B60145-A5DB-47E1-BA85-7E15B4D4A6DE}"/>
              </a:ext>
            </a:extLst>
          </p:cNvPr>
          <p:cNvSpPr/>
          <p:nvPr/>
        </p:nvSpPr>
        <p:spPr>
          <a:xfrm>
            <a:off x="7522269" y="1371191"/>
            <a:ext cx="505170" cy="544949"/>
          </a:xfrm>
          <a:prstGeom prst="roundRect">
            <a:avLst>
              <a:gd name="adj" fmla="val 9697"/>
            </a:avLst>
          </a:prstGeom>
          <a:solidFill>
            <a:schemeClr val="accent1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en-US" altLang="zh-CN" sz="800" b="1" dirty="0">
                <a:solidFill>
                  <a:srgbClr val="00B0F0"/>
                </a:solidFill>
              </a:rPr>
              <a:t>Profile 2</a:t>
            </a:r>
            <a:endParaRPr lang="zh-CN" altLang="en-US" sz="800" b="1" dirty="0">
              <a:solidFill>
                <a:srgbClr val="00B0F0"/>
              </a:solidFill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E58B489-17DF-3D8B-D006-E09C1D82CC18}"/>
              </a:ext>
            </a:extLst>
          </p:cNvPr>
          <p:cNvSpPr/>
          <p:nvPr/>
        </p:nvSpPr>
        <p:spPr>
          <a:xfrm>
            <a:off x="8338872" y="1371191"/>
            <a:ext cx="505170" cy="544949"/>
          </a:xfrm>
          <a:prstGeom prst="roundRect">
            <a:avLst>
              <a:gd name="adj" fmla="val 9697"/>
            </a:avLst>
          </a:prstGeom>
          <a:solidFill>
            <a:schemeClr val="accent1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en-US" altLang="zh-CN" sz="800" b="1" dirty="0">
                <a:solidFill>
                  <a:srgbClr val="00B0F0"/>
                </a:solidFill>
              </a:rPr>
              <a:t>Profile 3</a:t>
            </a:r>
            <a:endParaRPr lang="zh-CN" altLang="en-US" sz="800" b="1" dirty="0">
              <a:solidFill>
                <a:srgbClr val="00B0F0"/>
              </a:solidFill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2FB77F0B-EFC8-CF9D-E6FF-AEFA0FD1C186}"/>
              </a:ext>
            </a:extLst>
          </p:cNvPr>
          <p:cNvSpPr/>
          <p:nvPr/>
        </p:nvSpPr>
        <p:spPr>
          <a:xfrm>
            <a:off x="9155476" y="1371191"/>
            <a:ext cx="505170" cy="544949"/>
          </a:xfrm>
          <a:prstGeom prst="roundRect">
            <a:avLst>
              <a:gd name="adj" fmla="val 9697"/>
            </a:avLst>
          </a:prstGeom>
          <a:solidFill>
            <a:schemeClr val="accent1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en-US" altLang="zh-CN" sz="800" b="1" dirty="0">
                <a:solidFill>
                  <a:srgbClr val="00B0F0"/>
                </a:solidFill>
              </a:rPr>
              <a:t>Profile 4</a:t>
            </a:r>
            <a:endParaRPr lang="zh-CN" altLang="en-US" sz="800" b="1" dirty="0">
              <a:solidFill>
                <a:srgbClr val="00B0F0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4509E83-8020-4340-C62B-3DC5B0A4F453}"/>
              </a:ext>
            </a:extLst>
          </p:cNvPr>
          <p:cNvSpPr txBox="1"/>
          <p:nvPr/>
        </p:nvSpPr>
        <p:spPr>
          <a:xfrm>
            <a:off x="10604497" y="729243"/>
            <a:ext cx="1282703" cy="287718"/>
          </a:xfrm>
          <a:prstGeom prst="roundRect">
            <a:avLst>
              <a:gd name="adj" fmla="val 29099"/>
            </a:avLst>
          </a:prstGeom>
          <a:solidFill>
            <a:srgbClr val="FF0000"/>
          </a:solidFill>
        </p:spPr>
        <p:txBody>
          <a:bodyPr wrap="square" lIns="36000" tIns="0" rIns="36000" bIns="0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altLang="zh-CN" sz="1200" b="1" dirty="0">
                <a:solidFill>
                  <a:schemeClr val="bg1"/>
                </a:solidFill>
              </a:rPr>
              <a:t>Hold 5 Seconds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699736D9-ED74-8D03-B2F0-1A8DC6B0B2D8}"/>
              </a:ext>
            </a:extLst>
          </p:cNvPr>
          <p:cNvCxnSpPr>
            <a:cxnSpLocks/>
            <a:stCxn id="27" idx="1"/>
            <a:endCxn id="18" idx="1"/>
          </p:cNvCxnSpPr>
          <p:nvPr/>
        </p:nvCxnSpPr>
        <p:spPr>
          <a:xfrm rot="10800000" flipV="1">
            <a:off x="10165365" y="873101"/>
            <a:ext cx="439132" cy="309689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CE1DB3A7-FD40-5310-740A-420288123EDF}"/>
              </a:ext>
            </a:extLst>
          </p:cNvPr>
          <p:cNvCxnSpPr>
            <a:cxnSpLocks/>
            <a:stCxn id="18" idx="1"/>
            <a:endCxn id="46" idx="1"/>
          </p:cNvCxnSpPr>
          <p:nvPr/>
        </p:nvCxnSpPr>
        <p:spPr>
          <a:xfrm rot="16200000" flipV="1">
            <a:off x="9039203" y="56628"/>
            <a:ext cx="290640" cy="1961685"/>
          </a:xfrm>
          <a:prstGeom prst="bentConnector3">
            <a:avLst>
              <a:gd name="adj1" fmla="val 172413"/>
            </a:avLst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左大括号 45">
            <a:extLst>
              <a:ext uri="{FF2B5EF4-FFF2-40B4-BE49-F238E27FC236}">
                <a16:creationId xmlns:a16="http://schemas.microsoft.com/office/drawing/2014/main" id="{3C430160-9962-73D1-6065-B13551FE86AC}"/>
              </a:ext>
            </a:extLst>
          </p:cNvPr>
          <p:cNvSpPr/>
          <p:nvPr/>
        </p:nvSpPr>
        <p:spPr>
          <a:xfrm rot="16200000" flipH="1">
            <a:off x="7981512" y="-131110"/>
            <a:ext cx="417184" cy="2463705"/>
          </a:xfrm>
          <a:prstGeom prst="leftBrace">
            <a:avLst>
              <a:gd name="adj1" fmla="val 21655"/>
              <a:gd name="adj2" fmla="val 50551"/>
            </a:avLst>
          </a:prstGeom>
          <a:ln w="28575">
            <a:solidFill>
              <a:schemeClr val="accent1">
                <a:alpha val="69804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1D480E97-14A7-EED0-0438-E0EBB56034C5}"/>
              </a:ext>
            </a:extLst>
          </p:cNvPr>
          <p:cNvSpPr txBox="1"/>
          <p:nvPr/>
        </p:nvSpPr>
        <p:spPr>
          <a:xfrm>
            <a:off x="5496720" y="3662368"/>
            <a:ext cx="9940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rgbClr val="BF9000"/>
                </a:solidFill>
              </a:rPr>
              <a:t>Choose Function</a:t>
            </a:r>
            <a:endParaRPr lang="zh-CN" altLang="en-US" sz="1400" b="1" dirty="0">
              <a:solidFill>
                <a:srgbClr val="BF9000"/>
              </a:solidFill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6D94349-0836-37F0-BA3C-493BDECEAF06}"/>
              </a:ext>
            </a:extLst>
          </p:cNvPr>
          <p:cNvSpPr txBox="1"/>
          <p:nvPr/>
        </p:nvSpPr>
        <p:spPr>
          <a:xfrm>
            <a:off x="6789419" y="719211"/>
            <a:ext cx="1423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400" b="1" dirty="0">
                <a:solidFill>
                  <a:srgbClr val="7C9DCE"/>
                </a:solidFill>
              </a:rPr>
              <a:t>Switch Profiles</a:t>
            </a:r>
            <a:endParaRPr lang="zh-CN" altLang="en-US" sz="1400" b="1" dirty="0">
              <a:solidFill>
                <a:srgbClr val="7C9DC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8425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8873DDC-2AA2-EE3F-414F-7B75CE392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LED LEVEL MODE</a:t>
            </a:r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CB77F11-2A4B-483F-D41F-CC84B1F47586}"/>
              </a:ext>
            </a:extLst>
          </p:cNvPr>
          <p:cNvSpPr/>
          <p:nvPr/>
        </p:nvSpPr>
        <p:spPr>
          <a:xfrm>
            <a:off x="9928225" y="1540930"/>
            <a:ext cx="190500" cy="203200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32457AE-E0B6-8C09-5CCA-1E12685611C9}"/>
              </a:ext>
            </a:extLst>
          </p:cNvPr>
          <p:cNvSpPr/>
          <p:nvPr/>
        </p:nvSpPr>
        <p:spPr>
          <a:xfrm>
            <a:off x="10202862" y="1540930"/>
            <a:ext cx="190500" cy="203200"/>
          </a:xfrm>
          <a:prstGeom prst="roundRect">
            <a:avLst/>
          </a:prstGeom>
          <a:solidFill>
            <a:srgbClr val="00B05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6D11CA9-7DCD-0AFA-7EBD-3232EBB90B6D}"/>
              </a:ext>
            </a:extLst>
          </p:cNvPr>
          <p:cNvSpPr txBox="1"/>
          <p:nvPr/>
        </p:nvSpPr>
        <p:spPr>
          <a:xfrm>
            <a:off x="10945773" y="1518699"/>
            <a:ext cx="446991" cy="246221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en-US" altLang="zh-CN" sz="1600" b="1" dirty="0">
                <a:solidFill>
                  <a:srgbClr val="00B050"/>
                </a:solidFill>
              </a:rPr>
              <a:t>OK</a:t>
            </a:r>
            <a:endParaRPr lang="zh-CN" altLang="en-US" sz="1600" b="1" dirty="0">
              <a:solidFill>
                <a:srgbClr val="00B05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10518B1-8FB2-4909-443A-D16845752C94}"/>
              </a:ext>
            </a:extLst>
          </p:cNvPr>
          <p:cNvSpPr txBox="1"/>
          <p:nvPr/>
        </p:nvSpPr>
        <p:spPr>
          <a:xfrm>
            <a:off x="4645921" y="1071174"/>
            <a:ext cx="1038549" cy="31892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LED Level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3" name="箭头: 左 32">
            <a:extLst>
              <a:ext uri="{FF2B5EF4-FFF2-40B4-BE49-F238E27FC236}">
                <a16:creationId xmlns:a16="http://schemas.microsoft.com/office/drawing/2014/main" id="{14B2FFD5-F8BF-CBAD-9ADE-4EDFF88CC7E8}"/>
              </a:ext>
            </a:extLst>
          </p:cNvPr>
          <p:cNvSpPr/>
          <p:nvPr/>
        </p:nvSpPr>
        <p:spPr>
          <a:xfrm rot="2159241">
            <a:off x="4250152" y="788993"/>
            <a:ext cx="437078" cy="304655"/>
          </a:xfrm>
          <a:prstGeom prst="leftArrow">
            <a:avLst/>
          </a:prstGeom>
          <a:noFill/>
          <a:ln w="28575">
            <a:solidFill>
              <a:srgbClr val="2F528F">
                <a:alpha val="6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箭头: 左 33">
            <a:extLst>
              <a:ext uri="{FF2B5EF4-FFF2-40B4-BE49-F238E27FC236}">
                <a16:creationId xmlns:a16="http://schemas.microsoft.com/office/drawing/2014/main" id="{EC28EFDC-B25E-4586-C6D9-15C2737210FB}"/>
              </a:ext>
            </a:extLst>
          </p:cNvPr>
          <p:cNvSpPr/>
          <p:nvPr/>
        </p:nvSpPr>
        <p:spPr>
          <a:xfrm rot="13792854">
            <a:off x="5113504" y="1532052"/>
            <a:ext cx="437078" cy="304655"/>
          </a:xfrm>
          <a:prstGeom prst="leftArrow">
            <a:avLst/>
          </a:prstGeom>
          <a:noFill/>
          <a:ln w="28575">
            <a:solidFill>
              <a:srgbClr val="2F528F">
                <a:alpha val="6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1DE5AA49-B042-F55F-7363-348CE1C56DFE}"/>
              </a:ext>
            </a:extLst>
          </p:cNvPr>
          <p:cNvCxnSpPr>
            <a:cxnSpLocks/>
            <a:stCxn id="7" idx="3"/>
            <a:endCxn id="32" idx="1"/>
          </p:cNvCxnSpPr>
          <p:nvPr/>
        </p:nvCxnSpPr>
        <p:spPr>
          <a:xfrm flipV="1">
            <a:off x="10393362" y="1641810"/>
            <a:ext cx="552411" cy="720"/>
          </a:xfrm>
          <a:prstGeom prst="line">
            <a:avLst/>
          </a:prstGeom>
          <a:ln w="28575">
            <a:solidFill>
              <a:srgbClr val="00B050">
                <a:alpha val="69804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C8E21311-7827-10B3-F5A7-4AFEABD8E6FA}"/>
              </a:ext>
            </a:extLst>
          </p:cNvPr>
          <p:cNvSpPr txBox="1"/>
          <p:nvPr/>
        </p:nvSpPr>
        <p:spPr>
          <a:xfrm>
            <a:off x="10945773" y="1762247"/>
            <a:ext cx="783772" cy="246221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Cancel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40C54F7A-C92D-EE17-7E7F-B749AF19359A}"/>
              </a:ext>
            </a:extLst>
          </p:cNvPr>
          <p:cNvCxnSpPr>
            <a:cxnSpLocks/>
            <a:stCxn id="4" idx="2"/>
            <a:endCxn id="41" idx="1"/>
          </p:cNvCxnSpPr>
          <p:nvPr/>
        </p:nvCxnSpPr>
        <p:spPr>
          <a:xfrm rot="16200000" flipH="1">
            <a:off x="10414010" y="1353595"/>
            <a:ext cx="141228" cy="922298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左大括号 5">
            <a:extLst>
              <a:ext uri="{FF2B5EF4-FFF2-40B4-BE49-F238E27FC236}">
                <a16:creationId xmlns:a16="http://schemas.microsoft.com/office/drawing/2014/main" id="{485A5E57-A203-7FC8-F4B2-26DCB1B32A71}"/>
              </a:ext>
            </a:extLst>
          </p:cNvPr>
          <p:cNvSpPr/>
          <p:nvPr/>
        </p:nvSpPr>
        <p:spPr>
          <a:xfrm rot="16200000">
            <a:off x="8380727" y="3301847"/>
            <a:ext cx="389999" cy="3776150"/>
          </a:xfrm>
          <a:prstGeom prst="leftBrace">
            <a:avLst>
              <a:gd name="adj1" fmla="val 21655"/>
              <a:gd name="adj2" fmla="val 49829"/>
            </a:avLst>
          </a:prstGeom>
          <a:ln w="28575">
            <a:solidFill>
              <a:schemeClr val="accent4">
                <a:lumMod val="75000"/>
                <a:alpha val="69804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3C47F2-E0ED-9CC7-32DB-823BE8A51BAE}"/>
              </a:ext>
            </a:extLst>
          </p:cNvPr>
          <p:cNvSpPr txBox="1"/>
          <p:nvPr/>
        </p:nvSpPr>
        <p:spPr>
          <a:xfrm>
            <a:off x="7526908" y="5393376"/>
            <a:ext cx="2085483" cy="34970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altLang="zh-CN" dirty="0"/>
              <a:t>1-7 Quick Set</a:t>
            </a:r>
            <a:endParaRPr lang="zh-CN" altLang="en-US" dirty="0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86AD6E91-1A22-BB9B-7D95-55D299AC2D56}"/>
              </a:ext>
            </a:extLst>
          </p:cNvPr>
          <p:cNvSpPr/>
          <p:nvPr/>
        </p:nvSpPr>
        <p:spPr>
          <a:xfrm>
            <a:off x="7210835" y="2412706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17%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094EF032-1E3C-EF73-592C-F884F8DFFA77}"/>
              </a:ext>
            </a:extLst>
          </p:cNvPr>
          <p:cNvSpPr/>
          <p:nvPr/>
        </p:nvSpPr>
        <p:spPr>
          <a:xfrm>
            <a:off x="8222426" y="2412706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50%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00E0C1A2-AAE2-C2D9-11EF-F88EFE34EF59}"/>
              </a:ext>
            </a:extLst>
          </p:cNvPr>
          <p:cNvSpPr/>
          <p:nvPr/>
        </p:nvSpPr>
        <p:spPr>
          <a:xfrm>
            <a:off x="9233780" y="2412706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83%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ACFD66D6-C677-7C3E-25BF-D5E878680322}"/>
              </a:ext>
            </a:extLst>
          </p:cNvPr>
          <p:cNvSpPr/>
          <p:nvPr/>
        </p:nvSpPr>
        <p:spPr>
          <a:xfrm>
            <a:off x="6705666" y="3792890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0%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AF3CB319-D5C7-CAE0-B67A-A2B662D654B1}"/>
              </a:ext>
            </a:extLst>
          </p:cNvPr>
          <p:cNvSpPr/>
          <p:nvPr/>
        </p:nvSpPr>
        <p:spPr>
          <a:xfrm>
            <a:off x="7712792" y="3796173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33%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88043554-1B21-38C2-4DA9-8332BA1CFD4E}"/>
              </a:ext>
            </a:extLst>
          </p:cNvPr>
          <p:cNvSpPr/>
          <p:nvPr/>
        </p:nvSpPr>
        <p:spPr>
          <a:xfrm>
            <a:off x="8727511" y="3792890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67%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4A3994B3-B51A-1A88-E0F2-88217F19C0B3}"/>
              </a:ext>
            </a:extLst>
          </p:cNvPr>
          <p:cNvSpPr/>
          <p:nvPr/>
        </p:nvSpPr>
        <p:spPr>
          <a:xfrm>
            <a:off x="9734637" y="3792890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100%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8BAAE547-2A37-B106-855A-44D682060B50}"/>
              </a:ext>
            </a:extLst>
          </p:cNvPr>
          <p:cNvSpPr/>
          <p:nvPr/>
        </p:nvSpPr>
        <p:spPr>
          <a:xfrm>
            <a:off x="6687650" y="1358667"/>
            <a:ext cx="546588" cy="559594"/>
          </a:xfrm>
          <a:prstGeom prst="roundRect">
            <a:avLst>
              <a:gd name="adj" fmla="val 9697"/>
            </a:avLst>
          </a:prstGeom>
          <a:solidFill>
            <a:schemeClr val="accent3">
              <a:lumMod val="20000"/>
              <a:lumOff val="8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F14A98B-B308-1893-549C-185E06105ADE}"/>
              </a:ext>
            </a:extLst>
          </p:cNvPr>
          <p:cNvSpPr/>
          <p:nvPr/>
        </p:nvSpPr>
        <p:spPr>
          <a:xfrm>
            <a:off x="7504419" y="1358667"/>
            <a:ext cx="546588" cy="559594"/>
          </a:xfrm>
          <a:prstGeom prst="roundRect">
            <a:avLst>
              <a:gd name="adj" fmla="val 9697"/>
            </a:avLst>
          </a:prstGeom>
          <a:solidFill>
            <a:schemeClr val="accent3">
              <a:lumMod val="20000"/>
              <a:lumOff val="80000"/>
              <a:alpha val="4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B1F2CB0-2509-2565-179D-A00321EE97EF}"/>
              </a:ext>
            </a:extLst>
          </p:cNvPr>
          <p:cNvCxnSpPr>
            <a:cxnSpLocks/>
            <a:stCxn id="10" idx="2"/>
            <a:endCxn id="2" idx="0"/>
          </p:cNvCxnSpPr>
          <p:nvPr/>
        </p:nvCxnSpPr>
        <p:spPr>
          <a:xfrm>
            <a:off x="6913567" y="854546"/>
            <a:ext cx="47377" cy="504121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249703A2-0EF7-99ED-6B78-26BFBAB7872A}"/>
              </a:ext>
            </a:extLst>
          </p:cNvPr>
          <p:cNvSpPr txBox="1"/>
          <p:nvPr/>
        </p:nvSpPr>
        <p:spPr>
          <a:xfrm>
            <a:off x="6469198" y="560757"/>
            <a:ext cx="888737" cy="29378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Turntable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304D518-760A-6827-3D5E-D9B272D8D83A}"/>
              </a:ext>
            </a:extLst>
          </p:cNvPr>
          <p:cNvCxnSpPr>
            <a:cxnSpLocks/>
            <a:stCxn id="12" idx="2"/>
            <a:endCxn id="5" idx="0"/>
          </p:cNvCxnSpPr>
          <p:nvPr/>
        </p:nvCxnSpPr>
        <p:spPr>
          <a:xfrm flipH="1">
            <a:off x="7777713" y="854546"/>
            <a:ext cx="83147" cy="504121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83F7FBF5-EBC7-9E1B-D33E-6B9B644B5CC8}"/>
              </a:ext>
            </a:extLst>
          </p:cNvPr>
          <p:cNvSpPr txBox="1"/>
          <p:nvPr/>
        </p:nvSpPr>
        <p:spPr>
          <a:xfrm>
            <a:off x="7416491" y="560757"/>
            <a:ext cx="888737" cy="29378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Buttons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BFACBD9-C284-C43D-1E15-71D118C61F77}"/>
              </a:ext>
            </a:extLst>
          </p:cNvPr>
          <p:cNvSpPr txBox="1"/>
          <p:nvPr/>
        </p:nvSpPr>
        <p:spPr>
          <a:xfrm>
            <a:off x="8616983" y="558922"/>
            <a:ext cx="3171758" cy="40612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0070C0"/>
            </a:solidFill>
            <a:prstDash val="sysDot"/>
          </a:ln>
          <a:effectLst/>
        </p:spPr>
        <p:txBody>
          <a:bodyPr wrap="square" lIns="54000" tIns="36000" rIns="36000" bIns="36000" rtlCol="0">
            <a:spAutoFit/>
          </a:bodyPr>
          <a:lstStyle>
            <a:defPPr>
              <a:defRPr lang="zh-CN"/>
            </a:defPPr>
            <a:lvl1pPr>
              <a:lnSpc>
                <a:spcPts val="1300"/>
              </a:lnSpc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 dirty="0"/>
              <a:t>Level means maximum brightness.</a:t>
            </a:r>
          </a:p>
          <a:p>
            <a:r>
              <a:rPr lang="en-US" altLang="zh-CN" dirty="0"/>
              <a:t>Level for turntable and buttons are separate.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6009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8873DDC-2AA2-EE3F-414F-7B75CE392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SETUP MODE</a:t>
            </a:r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CB77F11-2A4B-483F-D41F-CC84B1F47586}"/>
              </a:ext>
            </a:extLst>
          </p:cNvPr>
          <p:cNvSpPr/>
          <p:nvPr/>
        </p:nvSpPr>
        <p:spPr>
          <a:xfrm>
            <a:off x="9928225" y="1540930"/>
            <a:ext cx="190500" cy="203200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32457AE-E0B6-8C09-5CCA-1E12685611C9}"/>
              </a:ext>
            </a:extLst>
          </p:cNvPr>
          <p:cNvSpPr/>
          <p:nvPr/>
        </p:nvSpPr>
        <p:spPr>
          <a:xfrm>
            <a:off x="10202862" y="1540930"/>
            <a:ext cx="190500" cy="203200"/>
          </a:xfrm>
          <a:prstGeom prst="roundRect">
            <a:avLst/>
          </a:prstGeom>
          <a:solidFill>
            <a:srgbClr val="00B05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8F7F3EF8-8465-2BA2-34EA-E2E92219F49D}"/>
              </a:ext>
            </a:extLst>
          </p:cNvPr>
          <p:cNvSpPr/>
          <p:nvPr/>
        </p:nvSpPr>
        <p:spPr>
          <a:xfrm>
            <a:off x="6687650" y="1358667"/>
            <a:ext cx="546588" cy="559594"/>
          </a:xfrm>
          <a:prstGeom prst="roundRect">
            <a:avLst>
              <a:gd name="adj" fmla="val 9697"/>
            </a:avLst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29AB74B2-5405-393B-F951-26391C546C7C}"/>
              </a:ext>
            </a:extLst>
          </p:cNvPr>
          <p:cNvSpPr/>
          <p:nvPr/>
        </p:nvSpPr>
        <p:spPr>
          <a:xfrm>
            <a:off x="7504419" y="1358667"/>
            <a:ext cx="546588" cy="559594"/>
          </a:xfrm>
          <a:prstGeom prst="roundRect">
            <a:avLst>
              <a:gd name="adj" fmla="val 9697"/>
            </a:avLst>
          </a:prstGeom>
          <a:solidFill>
            <a:srgbClr val="1991F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46AB61B0-A47A-5483-B1E8-851C74F8C2D8}"/>
              </a:ext>
            </a:extLst>
          </p:cNvPr>
          <p:cNvSpPr/>
          <p:nvPr/>
        </p:nvSpPr>
        <p:spPr>
          <a:xfrm>
            <a:off x="8321188" y="1358667"/>
            <a:ext cx="546588" cy="559594"/>
          </a:xfrm>
          <a:prstGeom prst="roundRect">
            <a:avLst>
              <a:gd name="adj" fmla="val 9697"/>
            </a:avLst>
          </a:prstGeom>
          <a:solidFill>
            <a:schemeClr val="accent2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907594F9-BBE9-7DB8-DD22-C72E7397185E}"/>
              </a:ext>
            </a:extLst>
          </p:cNvPr>
          <p:cNvSpPr/>
          <p:nvPr/>
        </p:nvSpPr>
        <p:spPr>
          <a:xfrm>
            <a:off x="9133195" y="1358667"/>
            <a:ext cx="546588" cy="559594"/>
          </a:xfrm>
          <a:prstGeom prst="roundRect">
            <a:avLst>
              <a:gd name="adj" fmla="val 9697"/>
            </a:avLst>
          </a:prstGeom>
          <a:solidFill>
            <a:schemeClr val="accent1">
              <a:lumMod val="60000"/>
              <a:lumOff val="40000"/>
              <a:alpha val="50196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6D11CA9-7DCD-0AFA-7EBD-3232EBB90B6D}"/>
              </a:ext>
            </a:extLst>
          </p:cNvPr>
          <p:cNvSpPr txBox="1"/>
          <p:nvPr/>
        </p:nvSpPr>
        <p:spPr>
          <a:xfrm>
            <a:off x="10945773" y="1518699"/>
            <a:ext cx="446991" cy="246221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en-US" altLang="zh-CN" sz="1600" b="1" dirty="0">
                <a:solidFill>
                  <a:srgbClr val="00B050"/>
                </a:solidFill>
              </a:rPr>
              <a:t>OK</a:t>
            </a:r>
            <a:endParaRPr lang="zh-CN" altLang="en-US" sz="1600" b="1" dirty="0">
              <a:solidFill>
                <a:srgbClr val="00B05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10518B1-8FB2-4909-443A-D16845752C94}"/>
              </a:ext>
            </a:extLst>
          </p:cNvPr>
          <p:cNvSpPr txBox="1"/>
          <p:nvPr/>
        </p:nvSpPr>
        <p:spPr>
          <a:xfrm>
            <a:off x="4666240" y="1082605"/>
            <a:ext cx="1038549" cy="31892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LED Select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3" name="箭头: 左 32">
            <a:extLst>
              <a:ext uri="{FF2B5EF4-FFF2-40B4-BE49-F238E27FC236}">
                <a16:creationId xmlns:a16="http://schemas.microsoft.com/office/drawing/2014/main" id="{14B2FFD5-F8BF-CBAD-9ADE-4EDFF88CC7E8}"/>
              </a:ext>
            </a:extLst>
          </p:cNvPr>
          <p:cNvSpPr/>
          <p:nvPr/>
        </p:nvSpPr>
        <p:spPr>
          <a:xfrm rot="2159241">
            <a:off x="4250152" y="788993"/>
            <a:ext cx="437078" cy="304655"/>
          </a:xfrm>
          <a:prstGeom prst="leftArrow">
            <a:avLst/>
          </a:prstGeom>
          <a:noFill/>
          <a:ln w="28575">
            <a:solidFill>
              <a:srgbClr val="2F528F">
                <a:alpha val="6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箭头: 左 33">
            <a:extLst>
              <a:ext uri="{FF2B5EF4-FFF2-40B4-BE49-F238E27FC236}">
                <a16:creationId xmlns:a16="http://schemas.microsoft.com/office/drawing/2014/main" id="{EC28EFDC-B25E-4586-C6D9-15C2737210FB}"/>
              </a:ext>
            </a:extLst>
          </p:cNvPr>
          <p:cNvSpPr/>
          <p:nvPr/>
        </p:nvSpPr>
        <p:spPr>
          <a:xfrm rot="13792854">
            <a:off x="5113504" y="1532052"/>
            <a:ext cx="437078" cy="304655"/>
          </a:xfrm>
          <a:prstGeom prst="leftArrow">
            <a:avLst/>
          </a:prstGeom>
          <a:noFill/>
          <a:ln w="28575">
            <a:solidFill>
              <a:srgbClr val="2F528F">
                <a:alpha val="6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1DE5AA49-B042-F55F-7363-348CE1C56DFE}"/>
              </a:ext>
            </a:extLst>
          </p:cNvPr>
          <p:cNvCxnSpPr>
            <a:cxnSpLocks/>
            <a:stCxn id="7" idx="3"/>
            <a:endCxn id="32" idx="1"/>
          </p:cNvCxnSpPr>
          <p:nvPr/>
        </p:nvCxnSpPr>
        <p:spPr>
          <a:xfrm flipV="1">
            <a:off x="10393362" y="1641810"/>
            <a:ext cx="552411" cy="720"/>
          </a:xfrm>
          <a:prstGeom prst="line">
            <a:avLst/>
          </a:prstGeom>
          <a:ln w="28575">
            <a:solidFill>
              <a:srgbClr val="00B050">
                <a:alpha val="69804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C8E21311-7827-10B3-F5A7-4AFEABD8E6FA}"/>
              </a:ext>
            </a:extLst>
          </p:cNvPr>
          <p:cNvSpPr txBox="1"/>
          <p:nvPr/>
        </p:nvSpPr>
        <p:spPr>
          <a:xfrm>
            <a:off x="10945773" y="1762247"/>
            <a:ext cx="783772" cy="246221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Cancel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C72AEB7-7B5E-8A76-EAE5-ED8876F9C003}"/>
              </a:ext>
            </a:extLst>
          </p:cNvPr>
          <p:cNvCxnSpPr>
            <a:cxnSpLocks/>
            <a:stCxn id="11" idx="2"/>
            <a:endCxn id="22" idx="0"/>
          </p:cNvCxnSpPr>
          <p:nvPr/>
        </p:nvCxnSpPr>
        <p:spPr>
          <a:xfrm>
            <a:off x="6960944" y="1156717"/>
            <a:ext cx="0" cy="201950"/>
          </a:xfrm>
          <a:prstGeom prst="line">
            <a:avLst/>
          </a:prstGeom>
          <a:ln w="28575">
            <a:solidFill>
              <a:srgbClr val="FF0000">
                <a:alpha val="69804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31FA67F2-41C4-1BFE-E961-E325B20C6EA7}"/>
              </a:ext>
            </a:extLst>
          </p:cNvPr>
          <p:cNvSpPr txBox="1"/>
          <p:nvPr/>
        </p:nvSpPr>
        <p:spPr>
          <a:xfrm>
            <a:off x="6516575" y="696215"/>
            <a:ext cx="888737" cy="46050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1400" b="1" dirty="0">
                <a:solidFill>
                  <a:srgbClr val="FF0000"/>
                </a:solidFill>
              </a:rPr>
              <a:t>Set First LED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571555C-B86A-B27A-A974-F052CFA582A2}"/>
              </a:ext>
            </a:extLst>
          </p:cNvPr>
          <p:cNvCxnSpPr>
            <a:cxnSpLocks/>
            <a:stCxn id="20" idx="2"/>
            <a:endCxn id="24" idx="0"/>
          </p:cNvCxnSpPr>
          <p:nvPr/>
        </p:nvCxnSpPr>
        <p:spPr>
          <a:xfrm>
            <a:off x="7775581" y="1156717"/>
            <a:ext cx="2132" cy="201950"/>
          </a:xfrm>
          <a:prstGeom prst="line">
            <a:avLst/>
          </a:prstGeom>
          <a:ln w="28575">
            <a:solidFill>
              <a:srgbClr val="00B050">
                <a:alpha val="69804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4C72D339-CE9D-D8EF-2038-72A180267ACE}"/>
              </a:ext>
            </a:extLst>
          </p:cNvPr>
          <p:cNvSpPr txBox="1"/>
          <p:nvPr/>
        </p:nvSpPr>
        <p:spPr>
          <a:xfrm>
            <a:off x="7331212" y="696215"/>
            <a:ext cx="888737" cy="46050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1400" b="1" dirty="0">
                <a:solidFill>
                  <a:srgbClr val="1971FF"/>
                </a:solidFill>
              </a:rPr>
              <a:t>Set Last</a:t>
            </a:r>
            <a:br>
              <a:rPr lang="en-US" altLang="zh-CN" sz="1400" b="1" dirty="0">
                <a:solidFill>
                  <a:srgbClr val="1971FF"/>
                </a:solidFill>
              </a:rPr>
            </a:br>
            <a:r>
              <a:rPr lang="en-US" altLang="zh-CN" sz="1400" b="1" dirty="0">
                <a:solidFill>
                  <a:srgbClr val="1971FF"/>
                </a:solidFill>
              </a:rPr>
              <a:t>LED</a:t>
            </a:r>
            <a:endParaRPr lang="zh-CN" altLang="en-US" sz="1400" b="1" dirty="0">
              <a:solidFill>
                <a:srgbClr val="1971FF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9F16BC3-F1FF-9900-2160-AEEB6FE75121}"/>
              </a:ext>
            </a:extLst>
          </p:cNvPr>
          <p:cNvSpPr txBox="1"/>
          <p:nvPr/>
        </p:nvSpPr>
        <p:spPr>
          <a:xfrm>
            <a:off x="8048876" y="696215"/>
            <a:ext cx="1084320" cy="46050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1400" b="1" dirty="0">
                <a:solidFill>
                  <a:schemeClr val="accent2">
                    <a:lumMod val="75000"/>
                  </a:schemeClr>
                </a:solidFill>
              </a:rPr>
              <a:t>LED</a:t>
            </a:r>
          </a:p>
          <a:p>
            <a:pPr algn="ctr">
              <a:lnSpc>
                <a:spcPct val="90000"/>
              </a:lnSpc>
            </a:pPr>
            <a:r>
              <a:rPr lang="en-US" altLang="zh-CN" sz="1400" b="1" dirty="0">
                <a:solidFill>
                  <a:schemeClr val="accent2">
                    <a:lumMod val="75000"/>
                  </a:schemeClr>
                </a:solidFill>
              </a:rPr>
              <a:t>Direction</a:t>
            </a:r>
            <a:endParaRPr lang="zh-CN" altLang="en-US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538B5937-41CC-1325-7308-E772F91E936C}"/>
              </a:ext>
            </a:extLst>
          </p:cNvPr>
          <p:cNvCxnSpPr>
            <a:cxnSpLocks/>
            <a:stCxn id="28" idx="2"/>
            <a:endCxn id="25" idx="0"/>
          </p:cNvCxnSpPr>
          <p:nvPr/>
        </p:nvCxnSpPr>
        <p:spPr>
          <a:xfrm>
            <a:off x="8591036" y="1156717"/>
            <a:ext cx="3446" cy="201950"/>
          </a:xfrm>
          <a:prstGeom prst="line">
            <a:avLst/>
          </a:prstGeom>
          <a:ln w="28575">
            <a:solidFill>
              <a:schemeClr val="accent2">
                <a:lumMod val="75000"/>
                <a:alpha val="69804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1D905472-86EA-A7E4-B255-463004C4D380}"/>
              </a:ext>
            </a:extLst>
          </p:cNvPr>
          <p:cNvSpPr txBox="1"/>
          <p:nvPr/>
        </p:nvSpPr>
        <p:spPr>
          <a:xfrm>
            <a:off x="9006808" y="696215"/>
            <a:ext cx="809907" cy="46050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1400" b="1" dirty="0">
                <a:solidFill>
                  <a:schemeClr val="accent5">
                    <a:lumMod val="75000"/>
                  </a:schemeClr>
                </a:solidFill>
              </a:rPr>
              <a:t>Sensor</a:t>
            </a:r>
          </a:p>
          <a:p>
            <a:pPr algn="ctr">
              <a:lnSpc>
                <a:spcPct val="90000"/>
              </a:lnSpc>
            </a:pPr>
            <a:r>
              <a:rPr lang="en-US" altLang="zh-CN" sz="1400" b="1" dirty="0">
                <a:solidFill>
                  <a:schemeClr val="accent5">
                    <a:lumMod val="75000"/>
                  </a:schemeClr>
                </a:solidFill>
              </a:rPr>
              <a:t>Mode</a:t>
            </a:r>
            <a:endParaRPr lang="zh-CN" altLang="en-US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6E910B92-3F07-F1CF-630C-3C5C5654F1A0}"/>
              </a:ext>
            </a:extLst>
          </p:cNvPr>
          <p:cNvCxnSpPr>
            <a:cxnSpLocks/>
            <a:stCxn id="39" idx="2"/>
            <a:endCxn id="26" idx="0"/>
          </p:cNvCxnSpPr>
          <p:nvPr/>
        </p:nvCxnSpPr>
        <p:spPr>
          <a:xfrm flipH="1">
            <a:off x="9406489" y="1156717"/>
            <a:ext cx="5273" cy="201950"/>
          </a:xfrm>
          <a:prstGeom prst="line">
            <a:avLst/>
          </a:prstGeom>
          <a:ln w="28575">
            <a:solidFill>
              <a:schemeClr val="accent5">
                <a:lumMod val="75000"/>
                <a:alpha val="69804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40C54F7A-C92D-EE17-7E7F-B749AF19359A}"/>
              </a:ext>
            </a:extLst>
          </p:cNvPr>
          <p:cNvCxnSpPr>
            <a:cxnSpLocks/>
            <a:stCxn id="4" idx="2"/>
            <a:endCxn id="41" idx="1"/>
          </p:cNvCxnSpPr>
          <p:nvPr/>
        </p:nvCxnSpPr>
        <p:spPr>
          <a:xfrm rot="16200000" flipH="1">
            <a:off x="10414010" y="1353595"/>
            <a:ext cx="141228" cy="922298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F63359B7-E3FA-947C-06CF-0DA93C6281F4}"/>
              </a:ext>
            </a:extLst>
          </p:cNvPr>
          <p:cNvSpPr txBox="1"/>
          <p:nvPr/>
        </p:nvSpPr>
        <p:spPr>
          <a:xfrm>
            <a:off x="10222848" y="639566"/>
            <a:ext cx="809907" cy="57284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0070C0"/>
            </a:solidFill>
            <a:prstDash val="sysDot"/>
          </a:ln>
          <a:effectLst/>
        </p:spPr>
        <p:txBody>
          <a:bodyPr wrap="square" lIns="54000" tIns="36000" rIns="36000" bIns="36000" rtlCol="0">
            <a:spAutoFit/>
          </a:bodyPr>
          <a:lstStyle/>
          <a:p>
            <a:pPr>
              <a:lnSpc>
                <a:spcPts val="1300"/>
              </a:lnSpc>
            </a:pPr>
            <a:r>
              <a:rPr lang="en-US" altLang="zh-CN" sz="1200" b="1" dirty="0">
                <a:solidFill>
                  <a:schemeClr val="accent4">
                    <a:lumMod val="75000"/>
                  </a:schemeClr>
                </a:solidFill>
              </a:rPr>
              <a:t>Normal</a:t>
            </a:r>
          </a:p>
          <a:p>
            <a:pPr>
              <a:lnSpc>
                <a:spcPts val="1300"/>
              </a:lnSpc>
            </a:pPr>
            <a:r>
              <a:rPr lang="en-US" altLang="zh-CN" sz="1200" b="1" dirty="0">
                <a:solidFill>
                  <a:srgbClr val="00B0F0"/>
                </a:solidFill>
              </a:rPr>
              <a:t>Reversed</a:t>
            </a:r>
            <a:br>
              <a:rPr lang="en-US" altLang="zh-CN" sz="12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altLang="zh-CN" sz="1200" b="1" dirty="0">
                <a:solidFill>
                  <a:srgbClr val="FF0000"/>
                </a:solidFill>
              </a:rPr>
              <a:t>LR2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66" name="连接符: 肘形 65">
            <a:extLst>
              <a:ext uri="{FF2B5EF4-FFF2-40B4-BE49-F238E27FC236}">
                <a16:creationId xmlns:a16="http://schemas.microsoft.com/office/drawing/2014/main" id="{B194B2D7-21D2-6CA3-4CD1-54BFA405BDA0}"/>
              </a:ext>
            </a:extLst>
          </p:cNvPr>
          <p:cNvCxnSpPr>
            <a:cxnSpLocks/>
            <a:stCxn id="39" idx="3"/>
            <a:endCxn id="62" idx="1"/>
          </p:cNvCxnSpPr>
          <p:nvPr/>
        </p:nvCxnSpPr>
        <p:spPr>
          <a:xfrm flipV="1">
            <a:off x="9816715" y="925986"/>
            <a:ext cx="406133" cy="480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5">
                <a:lumMod val="75000"/>
                <a:alpha val="69804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E62C67B6-13DA-53FE-5D48-4091013EAAB7}"/>
              </a:ext>
            </a:extLst>
          </p:cNvPr>
          <p:cNvSpPr txBox="1"/>
          <p:nvPr/>
        </p:nvSpPr>
        <p:spPr>
          <a:xfrm>
            <a:off x="7907518" y="290517"/>
            <a:ext cx="1369141" cy="25223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0070C0"/>
            </a:solidFill>
            <a:prstDash val="sysDot"/>
          </a:ln>
          <a:effectLst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CN" sz="1200" b="1" dirty="0">
                <a:solidFill>
                  <a:schemeClr val="accent4">
                    <a:lumMod val="75000"/>
                  </a:schemeClr>
                </a:solidFill>
              </a:rPr>
              <a:t>Normal</a:t>
            </a:r>
            <a:r>
              <a:rPr lang="en-US" altLang="zh-CN" sz="1200" b="1" dirty="0">
                <a:solidFill>
                  <a:srgbClr val="00B0F0"/>
                </a:solidFill>
              </a:rPr>
              <a:t> Reversed</a:t>
            </a:r>
          </a:p>
        </p:txBody>
      </p: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FE5AEEC1-12F6-D1C3-5528-DC952F8E5C09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 rot="5400000">
            <a:off x="8514834" y="618959"/>
            <a:ext cx="153459" cy="1053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5">
                <a:lumMod val="75000"/>
                <a:alpha val="69804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左大括号 11">
            <a:extLst>
              <a:ext uri="{FF2B5EF4-FFF2-40B4-BE49-F238E27FC236}">
                <a16:creationId xmlns:a16="http://schemas.microsoft.com/office/drawing/2014/main" id="{07A86E28-1D8F-467F-ED2D-A8D32F48B5C5}"/>
              </a:ext>
            </a:extLst>
          </p:cNvPr>
          <p:cNvSpPr/>
          <p:nvPr/>
        </p:nvSpPr>
        <p:spPr>
          <a:xfrm rot="16200000">
            <a:off x="8380727" y="3301847"/>
            <a:ext cx="389999" cy="3776150"/>
          </a:xfrm>
          <a:prstGeom prst="leftBrace">
            <a:avLst>
              <a:gd name="adj1" fmla="val 21655"/>
              <a:gd name="adj2" fmla="val 49829"/>
            </a:avLst>
          </a:prstGeom>
          <a:ln w="28575">
            <a:solidFill>
              <a:schemeClr val="accent4">
                <a:lumMod val="75000"/>
                <a:alpha val="69804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37F20EE-3922-4009-3253-DC5798E12F7A}"/>
              </a:ext>
            </a:extLst>
          </p:cNvPr>
          <p:cNvSpPr txBox="1"/>
          <p:nvPr/>
        </p:nvSpPr>
        <p:spPr>
          <a:xfrm>
            <a:off x="7526908" y="5393376"/>
            <a:ext cx="2085483" cy="31892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altLang="zh-CN" dirty="0"/>
              <a:t>Turntable Resolution</a:t>
            </a:r>
            <a:endParaRPr lang="zh-CN" altLang="en-US" dirty="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54CFE77-1E86-9B71-A0E0-9B85DEAE9E0D}"/>
              </a:ext>
            </a:extLst>
          </p:cNvPr>
          <p:cNvSpPr/>
          <p:nvPr/>
        </p:nvSpPr>
        <p:spPr>
          <a:xfrm>
            <a:off x="6705666" y="3792143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b"/>
          <a:lstStyle/>
          <a:p>
            <a:pPr algn="ctr">
              <a:lnSpc>
                <a:spcPct val="80000"/>
              </a:lnSpc>
            </a:pPr>
            <a:r>
              <a:rPr lang="en-US" altLang="zh-CN" sz="1100" b="1" spc="100" dirty="0">
                <a:solidFill>
                  <a:schemeClr val="bg1"/>
                </a:solidFill>
                <a:highlight>
                  <a:srgbClr val="808080"/>
                </a:highlight>
              </a:rPr>
              <a:t>512</a:t>
            </a:r>
            <a:r>
              <a:rPr lang="en-US" altLang="zh-CN" sz="1100" b="1" spc="100" dirty="0">
                <a:solidFill>
                  <a:srgbClr val="BF9000"/>
                </a:solidFill>
              </a:rPr>
              <a:t>/</a:t>
            </a:r>
            <a:r>
              <a:rPr lang="en-US" altLang="zh-CN" sz="1100" b="1" spc="100" dirty="0">
                <a:solidFill>
                  <a:srgbClr val="0083E6"/>
                </a:solidFill>
              </a:rPr>
              <a:t>256</a:t>
            </a:r>
            <a:br>
              <a:rPr lang="en-US" altLang="zh-CN" sz="14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ppr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3B2CCB1-259A-82EF-7B2C-FC32377F5A33}"/>
              </a:ext>
            </a:extLst>
          </p:cNvPr>
          <p:cNvSpPr/>
          <p:nvPr/>
        </p:nvSpPr>
        <p:spPr>
          <a:xfrm>
            <a:off x="7712792" y="3795426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b"/>
          <a:lstStyle/>
          <a:p>
            <a:pPr algn="ctr">
              <a:lnSpc>
                <a:spcPct val="80000"/>
              </a:lnSpc>
            </a:pPr>
            <a:r>
              <a:rPr lang="en-US" altLang="zh-CN" sz="1100" b="1" dirty="0">
                <a:solidFill>
                  <a:schemeClr val="bg1"/>
                </a:solidFill>
                <a:highlight>
                  <a:srgbClr val="808080"/>
                </a:highlight>
              </a:rPr>
              <a:t>200</a:t>
            </a:r>
            <a:r>
              <a:rPr lang="en-US" altLang="zh-CN" sz="1100" b="1" dirty="0">
                <a:solidFill>
                  <a:srgbClr val="BF9000"/>
                </a:solidFill>
              </a:rPr>
              <a:t>/</a:t>
            </a:r>
            <a:r>
              <a:rPr lang="en-US" altLang="zh-CN" sz="1100" b="1" dirty="0">
                <a:solidFill>
                  <a:srgbClr val="0083E6"/>
                </a:solidFill>
              </a:rPr>
              <a:t>128</a:t>
            </a:r>
            <a:br>
              <a:rPr lang="en-US" altLang="zh-CN" sz="24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 ppr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03B8810-38DC-C970-C9A4-4BAE77F5C6CB}"/>
              </a:ext>
            </a:extLst>
          </p:cNvPr>
          <p:cNvSpPr/>
          <p:nvPr/>
        </p:nvSpPr>
        <p:spPr>
          <a:xfrm>
            <a:off x="8727511" y="3792143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b"/>
          <a:lstStyle/>
          <a:p>
            <a:pPr algn="ctr">
              <a:lnSpc>
                <a:spcPct val="80000"/>
              </a:lnSpc>
            </a:pPr>
            <a:r>
              <a:rPr lang="en-US" altLang="zh-CN" sz="1100" b="1" dirty="0">
                <a:solidFill>
                  <a:schemeClr val="bg1"/>
                </a:solidFill>
                <a:highlight>
                  <a:srgbClr val="808080"/>
                </a:highlight>
              </a:rPr>
              <a:t>96</a:t>
            </a:r>
            <a:r>
              <a:rPr lang="en-US" altLang="zh-CN" sz="1100" b="1" dirty="0">
                <a:solidFill>
                  <a:srgbClr val="BF9000"/>
                </a:solidFill>
              </a:rPr>
              <a:t>/</a:t>
            </a:r>
            <a:r>
              <a:rPr lang="en-US" altLang="zh-CN" sz="1100" b="1" dirty="0">
                <a:solidFill>
                  <a:srgbClr val="0083E6"/>
                </a:solidFill>
              </a:rPr>
              <a:t>64</a:t>
            </a:r>
            <a:b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ppr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8606364-48FC-7A30-1AED-12F6B5AE3713}"/>
              </a:ext>
            </a:extLst>
          </p:cNvPr>
          <p:cNvSpPr/>
          <p:nvPr/>
        </p:nvSpPr>
        <p:spPr>
          <a:xfrm>
            <a:off x="9734637" y="3792143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b"/>
          <a:lstStyle/>
          <a:p>
            <a:pPr algn="ctr">
              <a:lnSpc>
                <a:spcPct val="80000"/>
              </a:lnSpc>
            </a:pPr>
            <a:r>
              <a:rPr lang="en-US" altLang="zh-CN" sz="1100" b="1" dirty="0">
                <a:solidFill>
                  <a:schemeClr val="bg1"/>
                </a:solidFill>
                <a:highlight>
                  <a:srgbClr val="808080"/>
                </a:highlight>
              </a:rPr>
              <a:t>48</a:t>
            </a:r>
            <a:r>
              <a:rPr lang="en-US" altLang="zh-CN" sz="1100" b="1" dirty="0">
                <a:solidFill>
                  <a:srgbClr val="BF9000"/>
                </a:solidFill>
              </a:rPr>
              <a:t>/</a:t>
            </a:r>
            <a:r>
              <a:rPr lang="en-US" altLang="zh-CN" sz="1100" b="1" dirty="0">
                <a:solidFill>
                  <a:srgbClr val="0083E6"/>
                </a:solidFill>
              </a:rPr>
              <a:t>32</a:t>
            </a:r>
            <a:b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ppr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E2A0BBA6-0FED-6E48-F8AB-E1075F9FB86A}"/>
              </a:ext>
            </a:extLst>
          </p:cNvPr>
          <p:cNvSpPr/>
          <p:nvPr/>
        </p:nvSpPr>
        <p:spPr>
          <a:xfrm>
            <a:off x="7213073" y="2424509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6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b"/>
          <a:lstStyle/>
          <a:p>
            <a:pPr algn="ctr"/>
            <a:r>
              <a:rPr lang="en-US" altLang="zh-CN" sz="1000" b="1" dirty="0">
                <a:solidFill>
                  <a:schemeClr val="accent4">
                    <a:lumMod val="75000"/>
                  </a:schemeClr>
                </a:solidFill>
              </a:rPr>
              <a:t>Buttons</a:t>
            </a:r>
            <a:br>
              <a:rPr lang="en-US" altLang="zh-CN" sz="1000" b="1" dirty="0">
                <a:solidFill>
                  <a:schemeClr val="accent4">
                    <a:lumMod val="75000"/>
                  </a:schemeClr>
                </a:solidFill>
              </a:rPr>
            </a:br>
            <a:endParaRPr lang="en-US" altLang="zh-CN" sz="1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32B89DF-71B6-6D29-74C5-A149D23AA00D}"/>
              </a:ext>
            </a:extLst>
          </p:cNvPr>
          <p:cNvSpPr/>
          <p:nvPr/>
        </p:nvSpPr>
        <p:spPr>
          <a:xfrm>
            <a:off x="8222426" y="2409810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6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b"/>
          <a:lstStyle/>
          <a:p>
            <a:pPr algn="ctr"/>
            <a:r>
              <a:rPr lang="en-US" altLang="zh-CN" sz="1000" b="1" dirty="0">
                <a:solidFill>
                  <a:schemeClr val="accent4">
                    <a:lumMod val="75000"/>
                  </a:schemeClr>
                </a:solidFill>
              </a:rPr>
              <a:t>Turntable</a:t>
            </a:r>
            <a:br>
              <a:rPr lang="en-US" altLang="zh-CN" sz="1000" b="1" dirty="0">
                <a:solidFill>
                  <a:schemeClr val="accent4">
                    <a:lumMod val="75000"/>
                  </a:schemeClr>
                </a:solidFill>
              </a:rPr>
            </a:br>
            <a:endParaRPr lang="zh-CN" altLang="en-US" sz="1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4147041-05C9-B358-2F4C-D9FA0CCA5AF2}"/>
              </a:ext>
            </a:extLst>
          </p:cNvPr>
          <p:cNvSpPr/>
          <p:nvPr/>
        </p:nvSpPr>
        <p:spPr>
          <a:xfrm>
            <a:off x="9231779" y="2402287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6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b"/>
          <a:lstStyle/>
          <a:p>
            <a:pPr algn="ctr"/>
            <a:r>
              <a:rPr lang="en-US" altLang="zh-CN" sz="1000" b="1" dirty="0">
                <a:solidFill>
                  <a:schemeClr val="accent4">
                    <a:lumMod val="75000"/>
                  </a:schemeClr>
                </a:solidFill>
              </a:rPr>
              <a:t>E1~E4</a:t>
            </a:r>
            <a:br>
              <a:rPr lang="en-US" altLang="zh-CN" sz="1000" b="1" dirty="0">
                <a:solidFill>
                  <a:schemeClr val="accent4">
                    <a:lumMod val="75000"/>
                  </a:schemeClr>
                </a:solidFill>
              </a:rPr>
            </a:br>
            <a:endParaRPr lang="zh-CN" altLang="en-US" sz="1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左大括号 8">
            <a:extLst>
              <a:ext uri="{FF2B5EF4-FFF2-40B4-BE49-F238E27FC236}">
                <a16:creationId xmlns:a16="http://schemas.microsoft.com/office/drawing/2014/main" id="{1CBF2C04-4E57-6D2A-4AD5-938345669712}"/>
              </a:ext>
            </a:extLst>
          </p:cNvPr>
          <p:cNvSpPr/>
          <p:nvPr/>
        </p:nvSpPr>
        <p:spPr>
          <a:xfrm rot="10800000">
            <a:off x="10499229" y="2396081"/>
            <a:ext cx="389999" cy="1164430"/>
          </a:xfrm>
          <a:prstGeom prst="leftBrace">
            <a:avLst>
              <a:gd name="adj1" fmla="val 21655"/>
              <a:gd name="adj2" fmla="val 49829"/>
            </a:avLst>
          </a:prstGeom>
          <a:ln w="28575">
            <a:solidFill>
              <a:schemeClr val="accent4">
                <a:lumMod val="75000"/>
                <a:alpha val="69804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A369764-8B40-A62A-8CF1-85DE2B4A2E06}"/>
              </a:ext>
            </a:extLst>
          </p:cNvPr>
          <p:cNvSpPr txBox="1"/>
          <p:nvPr/>
        </p:nvSpPr>
        <p:spPr>
          <a:xfrm>
            <a:off x="10746343" y="2681642"/>
            <a:ext cx="1188611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altLang="zh-CN" dirty="0"/>
              <a:t>LED Color</a:t>
            </a:r>
            <a:br>
              <a:rPr lang="en-US" altLang="zh-CN" dirty="0"/>
            </a:br>
            <a:r>
              <a:rPr lang="en-US" altLang="zh-CN" dirty="0"/>
              <a:t>Format</a:t>
            </a:r>
            <a:br>
              <a:rPr lang="en-US" altLang="zh-CN" dirty="0"/>
            </a:br>
            <a:r>
              <a:rPr lang="en-US" altLang="zh-CN" dirty="0">
                <a:solidFill>
                  <a:schemeClr val="accent4">
                    <a:lumMod val="50000"/>
                  </a:schemeClr>
                </a:solidFill>
              </a:rPr>
              <a:t>GRB/RGB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0147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AA8B955D-BA01-D9D2-E82F-5295C1038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Set Key On/Off Light</a:t>
            </a:r>
            <a:endParaRPr lang="zh-CN" altLang="en-US" sz="2400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830B7B6-1901-0ED6-033F-60754D58AF96}"/>
              </a:ext>
            </a:extLst>
          </p:cNvPr>
          <p:cNvGrpSpPr/>
          <p:nvPr/>
        </p:nvGrpSpPr>
        <p:grpSpPr>
          <a:xfrm>
            <a:off x="2955941" y="1829094"/>
            <a:ext cx="1283680" cy="1941452"/>
            <a:chOff x="2477438" y="1454900"/>
            <a:chExt cx="1283680" cy="1941452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4609FAC8-F77A-78A3-9608-817854EDA3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77438" y="1454900"/>
              <a:ext cx="1283680" cy="1243731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1D8B1BD-2E7E-3166-0B08-68D42FE19A4D}"/>
                </a:ext>
              </a:extLst>
            </p:cNvPr>
            <p:cNvSpPr txBox="1"/>
            <p:nvPr/>
          </p:nvSpPr>
          <p:spPr>
            <a:xfrm>
              <a:off x="2477438" y="2811577"/>
              <a:ext cx="1283680" cy="584775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altLang="zh-CN" sz="1600" b="1" dirty="0"/>
                <a:t>1. Set Hue</a:t>
              </a:r>
              <a:br>
                <a:rPr lang="en-US" altLang="zh-CN" sz="1600" b="1" dirty="0"/>
              </a:br>
              <a:r>
                <a:rPr lang="en-US" altLang="zh-CN" sz="1600" b="1" dirty="0"/>
                <a:t>(Color)</a:t>
              </a:r>
              <a:endParaRPr lang="zh-CN" altLang="en-US" sz="1600" b="1" dirty="0"/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F205D7F-5BC7-54FF-9212-06D8B09C2072}"/>
              </a:ext>
            </a:extLst>
          </p:cNvPr>
          <p:cNvGrpSpPr/>
          <p:nvPr/>
        </p:nvGrpSpPr>
        <p:grpSpPr>
          <a:xfrm>
            <a:off x="5055079" y="1829094"/>
            <a:ext cx="1869057" cy="1941451"/>
            <a:chOff x="5068457" y="1084236"/>
            <a:chExt cx="1869057" cy="1941451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256CC69A-BA26-AB02-7113-E130E9909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19014" y="1084236"/>
              <a:ext cx="1283680" cy="1243731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F4B5EAA-D9C4-BE06-319E-BE58668A9745}"/>
                </a:ext>
              </a:extLst>
            </p:cNvPr>
            <p:cNvSpPr txBox="1"/>
            <p:nvPr/>
          </p:nvSpPr>
          <p:spPr>
            <a:xfrm>
              <a:off x="5068457" y="2440912"/>
              <a:ext cx="1869057" cy="584775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altLang="zh-CN" sz="1600" b="1" dirty="0"/>
                <a:t>2. Set Saturation (Vividness )</a:t>
              </a:r>
              <a:endParaRPr lang="zh-CN" altLang="en-US" sz="1600" b="1" dirty="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7CA9DEAB-931E-4FBD-6377-CD5D4DD40D6C}"/>
              </a:ext>
            </a:extLst>
          </p:cNvPr>
          <p:cNvGrpSpPr/>
          <p:nvPr/>
        </p:nvGrpSpPr>
        <p:grpSpPr>
          <a:xfrm>
            <a:off x="7635941" y="1829093"/>
            <a:ext cx="1283680" cy="1941452"/>
            <a:chOff x="7789044" y="1084235"/>
            <a:chExt cx="1283680" cy="1941452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FC369411-7CE8-FE68-F038-98BC5FDE7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89044" y="1084235"/>
              <a:ext cx="1283680" cy="1243731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21B48ED4-AF9B-BBE1-4B0E-B03E4319EF56}"/>
                </a:ext>
              </a:extLst>
            </p:cNvPr>
            <p:cNvSpPr txBox="1"/>
            <p:nvPr/>
          </p:nvSpPr>
          <p:spPr>
            <a:xfrm>
              <a:off x="7789044" y="2440912"/>
              <a:ext cx="1283680" cy="584775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altLang="zh-CN" sz="1600" b="1" dirty="0"/>
                <a:t>3. Set Value (Brightness)</a:t>
              </a:r>
              <a:endParaRPr lang="zh-CN" altLang="en-US" sz="1600" b="1" dirty="0"/>
            </a:p>
          </p:txBody>
        </p:sp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09C9B7E9-DC1D-E65A-AD14-69C34CC83A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366909"/>
              </p:ext>
            </p:extLst>
          </p:nvPr>
        </p:nvGraphicFramePr>
        <p:xfrm>
          <a:off x="4030049" y="4504615"/>
          <a:ext cx="1025030" cy="915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r:id="rId4" imgW="1750685" imgH="1563257" progId="">
                  <p:embed/>
                </p:oleObj>
              </mc:Choice>
              <mc:Fallback>
                <p:oleObj r:id="rId4" imgW="1750685" imgH="1563257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30049" y="4504615"/>
                        <a:ext cx="1025030" cy="9153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箭头: 右 15">
            <a:extLst>
              <a:ext uri="{FF2B5EF4-FFF2-40B4-BE49-F238E27FC236}">
                <a16:creationId xmlns:a16="http://schemas.microsoft.com/office/drawing/2014/main" id="{91520D9F-59CC-426B-FCC8-6FC710312C72}"/>
              </a:ext>
            </a:extLst>
          </p:cNvPr>
          <p:cNvSpPr/>
          <p:nvPr/>
        </p:nvSpPr>
        <p:spPr>
          <a:xfrm>
            <a:off x="1150052" y="3503184"/>
            <a:ext cx="747623" cy="7200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159C8A2-87B8-43F5-3DA3-FE3C3FE512EC}"/>
              </a:ext>
            </a:extLst>
          </p:cNvPr>
          <p:cNvSpPr txBox="1"/>
          <p:nvPr/>
        </p:nvSpPr>
        <p:spPr>
          <a:xfrm>
            <a:off x="4837220" y="4586655"/>
            <a:ext cx="3817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/>
              <a:t>Select Keys to Apply</a:t>
            </a:r>
            <a:br>
              <a:rPr lang="en-US" altLang="zh-CN" sz="1600" b="1" dirty="0"/>
            </a:br>
            <a:r>
              <a:rPr lang="en-US" altLang="zh-CN" sz="1600" b="1" dirty="0"/>
              <a:t>(Toggle during the process)</a:t>
            </a: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AD481765-81F8-5461-ED7C-B6F8B1A293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4248" y="411171"/>
            <a:ext cx="1482610" cy="629275"/>
          </a:xfrm>
          <a:prstGeom prst="rect">
            <a:avLst/>
          </a:prstGeom>
        </p:spPr>
      </p:pic>
      <p:sp>
        <p:nvSpPr>
          <p:cNvPr id="59" name="箭头: 右 58">
            <a:extLst>
              <a:ext uri="{FF2B5EF4-FFF2-40B4-BE49-F238E27FC236}">
                <a16:creationId xmlns:a16="http://schemas.microsoft.com/office/drawing/2014/main" id="{B5BB8F89-5A6D-D1B4-2B1B-B219405B344F}"/>
              </a:ext>
            </a:extLst>
          </p:cNvPr>
          <p:cNvSpPr/>
          <p:nvPr/>
        </p:nvSpPr>
        <p:spPr>
          <a:xfrm>
            <a:off x="4395941" y="2077146"/>
            <a:ext cx="747623" cy="7200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0" name="箭头: 右 59">
            <a:extLst>
              <a:ext uri="{FF2B5EF4-FFF2-40B4-BE49-F238E27FC236}">
                <a16:creationId xmlns:a16="http://schemas.microsoft.com/office/drawing/2014/main" id="{0D629B48-CDEA-A147-74CD-495122D4C507}"/>
              </a:ext>
            </a:extLst>
          </p:cNvPr>
          <p:cNvSpPr/>
          <p:nvPr/>
        </p:nvSpPr>
        <p:spPr>
          <a:xfrm>
            <a:off x="6735941" y="2077146"/>
            <a:ext cx="747623" cy="7200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4B686880-C57C-7E6A-23EC-F68431EF5EC8}"/>
              </a:ext>
            </a:extLst>
          </p:cNvPr>
          <p:cNvCxnSpPr>
            <a:cxnSpLocks/>
          </p:cNvCxnSpPr>
          <p:nvPr/>
        </p:nvCxnSpPr>
        <p:spPr>
          <a:xfrm flipH="1">
            <a:off x="4940633" y="866307"/>
            <a:ext cx="2127276" cy="1162072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9AE30383-1D28-D168-3E3F-D398BA161D80}"/>
              </a:ext>
            </a:extLst>
          </p:cNvPr>
          <p:cNvCxnSpPr>
            <a:cxnSpLocks/>
          </p:cNvCxnSpPr>
          <p:nvPr/>
        </p:nvCxnSpPr>
        <p:spPr>
          <a:xfrm flipH="1">
            <a:off x="7335578" y="1153392"/>
            <a:ext cx="272697" cy="923754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0CAA7A3B-D368-A772-CC4F-745559EA362B}"/>
              </a:ext>
            </a:extLst>
          </p:cNvPr>
          <p:cNvCxnSpPr>
            <a:cxnSpLocks/>
          </p:cNvCxnSpPr>
          <p:nvPr/>
        </p:nvCxnSpPr>
        <p:spPr>
          <a:xfrm>
            <a:off x="8654900" y="1222035"/>
            <a:ext cx="1588275" cy="2206965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箭头: 右 83">
            <a:extLst>
              <a:ext uri="{FF2B5EF4-FFF2-40B4-BE49-F238E27FC236}">
                <a16:creationId xmlns:a16="http://schemas.microsoft.com/office/drawing/2014/main" id="{EC791DD1-EFC5-0473-EE3E-914F465A38AA}"/>
              </a:ext>
            </a:extLst>
          </p:cNvPr>
          <p:cNvSpPr/>
          <p:nvPr/>
        </p:nvSpPr>
        <p:spPr>
          <a:xfrm>
            <a:off x="10142279" y="3503184"/>
            <a:ext cx="747623" cy="7200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059E8563-EAA3-252B-AF84-0B91EAD1E7A8}"/>
              </a:ext>
            </a:extLst>
          </p:cNvPr>
          <p:cNvSpPr txBox="1"/>
          <p:nvPr/>
        </p:nvSpPr>
        <p:spPr>
          <a:xfrm>
            <a:off x="10038762" y="4304497"/>
            <a:ext cx="1036362" cy="338554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/>
            <a:r>
              <a:rPr lang="en-US" altLang="zh-CN" sz="1600" b="1" dirty="0"/>
              <a:t>Confirm</a:t>
            </a:r>
            <a:endParaRPr lang="zh-CN" altLang="en-US" sz="1600" b="1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E392D170-9DA7-C4E1-1425-61BAFD434899}"/>
              </a:ext>
            </a:extLst>
          </p:cNvPr>
          <p:cNvSpPr txBox="1"/>
          <p:nvPr/>
        </p:nvSpPr>
        <p:spPr>
          <a:xfrm>
            <a:off x="995830" y="4330928"/>
            <a:ext cx="1036362" cy="338554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/>
            <a:r>
              <a:rPr lang="en-US" altLang="zh-CN" sz="1600" b="1" dirty="0"/>
              <a:t>Start</a:t>
            </a:r>
            <a:endParaRPr lang="zh-CN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553679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6536C-2D5B-255E-F403-E5A8664A7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B43CF955-8A26-A691-58D7-44361102E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Set Key Trigger/Release Distance</a:t>
            </a:r>
            <a:endParaRPr lang="zh-CN" altLang="en-US" sz="2400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F5F9CD7-1681-2BF9-1643-0F0B6AE1D2E5}"/>
              </a:ext>
            </a:extLst>
          </p:cNvPr>
          <p:cNvGrpSpPr/>
          <p:nvPr/>
        </p:nvGrpSpPr>
        <p:grpSpPr>
          <a:xfrm>
            <a:off x="4068963" y="1943978"/>
            <a:ext cx="2780362" cy="1243731"/>
            <a:chOff x="2477438" y="1454900"/>
            <a:chExt cx="2780362" cy="1243731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306CF81C-978E-EE26-18B1-57950B8633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77438" y="1454900"/>
              <a:ext cx="1283680" cy="1243731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7B35972E-3677-515D-643C-BC6D473D3F55}"/>
                </a:ext>
              </a:extLst>
            </p:cNvPr>
            <p:cNvSpPr txBox="1"/>
            <p:nvPr/>
          </p:nvSpPr>
          <p:spPr>
            <a:xfrm>
              <a:off x="3974120" y="1934711"/>
              <a:ext cx="1283680" cy="33855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altLang="zh-CN" sz="1600" b="1" dirty="0"/>
                <a:t>Set Distance</a:t>
              </a:r>
              <a:endParaRPr lang="zh-CN" altLang="en-US" sz="1600" b="1" dirty="0"/>
            </a:p>
          </p:txBody>
        </p:sp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347E18AB-89B5-FD16-0D34-12ABE4ECFE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8630389"/>
              </p:ext>
            </p:extLst>
          </p:nvPr>
        </p:nvGraphicFramePr>
        <p:xfrm>
          <a:off x="4175192" y="3706760"/>
          <a:ext cx="1025030" cy="915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r:id="rId4" imgW="1750685" imgH="1563257" progId="">
                  <p:embed/>
                </p:oleObj>
              </mc:Choice>
              <mc:Fallback>
                <p:oleObj r:id="rId4" imgW="1750685" imgH="1563257" progId="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09C9B7E9-DC1D-E65A-AD14-69C34CC83A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75192" y="3706760"/>
                        <a:ext cx="1025030" cy="9153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箭头: 右 15">
            <a:extLst>
              <a:ext uri="{FF2B5EF4-FFF2-40B4-BE49-F238E27FC236}">
                <a16:creationId xmlns:a16="http://schemas.microsoft.com/office/drawing/2014/main" id="{2A7C2725-79BF-6C36-C3E3-889679282222}"/>
              </a:ext>
            </a:extLst>
          </p:cNvPr>
          <p:cNvSpPr/>
          <p:nvPr/>
        </p:nvSpPr>
        <p:spPr>
          <a:xfrm>
            <a:off x="1731839" y="2827709"/>
            <a:ext cx="747623" cy="7200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A1A2D11-0F9D-C759-C60F-35F823CC0694}"/>
              </a:ext>
            </a:extLst>
          </p:cNvPr>
          <p:cNvSpPr txBox="1"/>
          <p:nvPr/>
        </p:nvSpPr>
        <p:spPr>
          <a:xfrm>
            <a:off x="5459144" y="3994007"/>
            <a:ext cx="22061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Select Keys to Apply</a:t>
            </a: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33286B5C-F81E-7BED-1E78-E4057B5CB0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3488" y="3015292"/>
            <a:ext cx="1482610" cy="629275"/>
          </a:xfrm>
          <a:prstGeom prst="rect">
            <a:avLst/>
          </a:prstGeom>
        </p:spPr>
      </p:pic>
      <p:sp>
        <p:nvSpPr>
          <p:cNvPr id="59" name="箭头: 右 58">
            <a:extLst>
              <a:ext uri="{FF2B5EF4-FFF2-40B4-BE49-F238E27FC236}">
                <a16:creationId xmlns:a16="http://schemas.microsoft.com/office/drawing/2014/main" id="{CC21B699-0090-6327-4C5A-2639152D79AE}"/>
              </a:ext>
            </a:extLst>
          </p:cNvPr>
          <p:cNvSpPr/>
          <p:nvPr/>
        </p:nvSpPr>
        <p:spPr>
          <a:xfrm>
            <a:off x="8053592" y="2980816"/>
            <a:ext cx="747623" cy="7200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BF46E06F-EDAC-8C31-712C-A68F3B1198EE}"/>
              </a:ext>
            </a:extLst>
          </p:cNvPr>
          <p:cNvSpPr txBox="1"/>
          <p:nvPr/>
        </p:nvSpPr>
        <p:spPr>
          <a:xfrm>
            <a:off x="1577617" y="3655453"/>
            <a:ext cx="1036362" cy="338554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/>
            <a:r>
              <a:rPr lang="en-US" altLang="zh-CN" sz="1600" b="1" dirty="0"/>
              <a:t>Start</a:t>
            </a:r>
            <a:endParaRPr lang="zh-CN" altLang="en-US" sz="16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396A02A-66E8-0A4B-B2E2-DD51C6924227}"/>
              </a:ext>
            </a:extLst>
          </p:cNvPr>
          <p:cNvSpPr txBox="1"/>
          <p:nvPr/>
        </p:nvSpPr>
        <p:spPr>
          <a:xfrm>
            <a:off x="361329" y="248248"/>
            <a:ext cx="45052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Note: Hall effect version only.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649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B0F35-5E55-024A-333C-B742C2962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230E0071-984F-7407-8839-D9E6E7C6B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Hall Effect Sensor Calibration</a:t>
            </a:r>
            <a:endParaRPr lang="zh-CN" altLang="en-US" sz="2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E0BE623-C63B-F9D7-C7E1-5E9495A0FD14}"/>
              </a:ext>
            </a:extLst>
          </p:cNvPr>
          <p:cNvSpPr txBox="1"/>
          <p:nvPr/>
        </p:nvSpPr>
        <p:spPr>
          <a:xfrm>
            <a:off x="361329" y="248248"/>
            <a:ext cx="45052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Note: Hall effect version only.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DEA348-EFA2-C69C-1A23-D18C5A0AC1B0}"/>
              </a:ext>
            </a:extLst>
          </p:cNvPr>
          <p:cNvSpPr txBox="1"/>
          <p:nvPr/>
        </p:nvSpPr>
        <p:spPr>
          <a:xfrm>
            <a:off x="2107838" y="1342534"/>
            <a:ext cx="8292919" cy="3789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When you feel the triggering is not right, you may need a calibration.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Sensor calibration can only be performed through CLI (Command-Line Interface).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You need a serial terminal tool to access the CLI, such as this online one:</a:t>
            </a:r>
            <a:br>
              <a:rPr lang="en-US" altLang="zh-CN" dirty="0"/>
            </a:br>
            <a:r>
              <a:rPr lang="en-US" altLang="zh-CN" dirty="0">
                <a:hlinkClick r:id="rId2"/>
              </a:rPr>
              <a:t>https://googlechromelabs.github.io/serial-terminal/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Once in the CLI, follow the steps to calibrate: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Enter </a:t>
            </a:r>
            <a:r>
              <a:rPr lang="en-US" altLang="zh-CN" dirty="0">
                <a:latin typeface="Consolas" panose="020B0609020204030204" pitchFamily="49" charset="0"/>
              </a:rPr>
              <a:t>"calibrate"</a:t>
            </a:r>
            <a:r>
              <a:rPr lang="en-US" altLang="zh-CN" dirty="0"/>
              <a:t> command.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Press all 7 keys randomly, make sure all keys are covered.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Done.</a:t>
            </a:r>
          </a:p>
        </p:txBody>
      </p:sp>
    </p:spTree>
    <p:extLst>
      <p:ext uri="{BB962C8B-B14F-4D97-AF65-F5344CB8AC3E}">
        <p14:creationId xmlns:p14="http://schemas.microsoft.com/office/powerpoint/2010/main" val="338736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690675-8A5C-55A1-7EFF-109D4813B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>
            <a:extLst>
              <a:ext uri="{FF2B5EF4-FFF2-40B4-BE49-F238E27FC236}">
                <a16:creationId xmlns:a16="http://schemas.microsoft.com/office/drawing/2014/main" id="{E2F225B9-C2D1-BA04-4708-2DA7F002DDC8}"/>
              </a:ext>
            </a:extLst>
          </p:cNvPr>
          <p:cNvSpPr txBox="1">
            <a:spLocks/>
          </p:cNvSpPr>
          <p:nvPr/>
        </p:nvSpPr>
        <p:spPr>
          <a:xfrm>
            <a:off x="0" y="4410914"/>
            <a:ext cx="12192000" cy="16582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5000"/>
              </a:lnSpc>
            </a:pPr>
            <a:r>
              <a:rPr lang="en-US" altLang="zh-CN" b="1" dirty="0"/>
              <a:t>IIDX Pico/Teeny/Jumbo</a:t>
            </a:r>
          </a:p>
          <a:p>
            <a:pPr algn="ctr">
              <a:lnSpc>
                <a:spcPct val="125000"/>
              </a:lnSpc>
            </a:pPr>
            <a:r>
              <a:rPr lang="zh-CN" altLang="en-US" b="1" dirty="0"/>
              <a:t>操作手册</a:t>
            </a:r>
            <a:endParaRPr lang="en-US" altLang="zh-CN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5890C7E-DC91-6EA4-61F3-5A449B96C42A}"/>
              </a:ext>
            </a:extLst>
          </p:cNvPr>
          <p:cNvSpPr txBox="1"/>
          <p:nvPr/>
        </p:nvSpPr>
        <p:spPr>
          <a:xfrm>
            <a:off x="7510738" y="99038"/>
            <a:ext cx="4577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hlinkClick r:id="rId2"/>
              </a:rPr>
              <a:t>https://github.com/whowechina/iidx_pico</a:t>
            </a:r>
            <a:endParaRPr lang="zh-CN" altLang="en-US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4492317-3E83-4835-4164-8C2D83431455}"/>
              </a:ext>
            </a:extLst>
          </p:cNvPr>
          <p:cNvSpPr txBox="1"/>
          <p:nvPr/>
        </p:nvSpPr>
        <p:spPr>
          <a:xfrm>
            <a:off x="-42641" y="-15125"/>
            <a:ext cx="13644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FF0000"/>
                </a:solidFill>
              </a:rPr>
              <a:t>中文</a:t>
            </a:r>
          </a:p>
        </p:txBody>
      </p:sp>
    </p:spTree>
    <p:extLst>
      <p:ext uri="{BB962C8B-B14F-4D97-AF65-F5344CB8AC3E}">
        <p14:creationId xmlns:p14="http://schemas.microsoft.com/office/powerpoint/2010/main" val="3381834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F1D812-5BA9-0BB6-A2CB-8144F2050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95C3CBE-D830-48AE-C36C-371E973AB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上电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5185EF17-572E-6637-7D80-31307BF54A05}"/>
              </a:ext>
            </a:extLst>
          </p:cNvPr>
          <p:cNvSpPr/>
          <p:nvPr/>
        </p:nvSpPr>
        <p:spPr>
          <a:xfrm>
            <a:off x="9928225" y="1540931"/>
            <a:ext cx="190500" cy="203200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0BF303D-C3A7-A6FE-A8B7-83BDA49410F8}"/>
              </a:ext>
            </a:extLst>
          </p:cNvPr>
          <p:cNvSpPr/>
          <p:nvPr/>
        </p:nvSpPr>
        <p:spPr>
          <a:xfrm>
            <a:off x="10202862" y="1540931"/>
            <a:ext cx="190500" cy="203200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0208DEA-27EC-BDAB-AE6F-6042613ECF68}"/>
              </a:ext>
            </a:extLst>
          </p:cNvPr>
          <p:cNvSpPr txBox="1"/>
          <p:nvPr/>
        </p:nvSpPr>
        <p:spPr>
          <a:xfrm>
            <a:off x="8712200" y="627757"/>
            <a:ext cx="1012216" cy="30353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普通设备</a:t>
            </a:r>
          </a:p>
        </p:txBody>
      </p:sp>
      <p:cxnSp>
        <p:nvCxnSpPr>
          <p:cNvPr id="28" name="连接符: 肘形 27">
            <a:extLst>
              <a:ext uri="{FF2B5EF4-FFF2-40B4-BE49-F238E27FC236}">
                <a16:creationId xmlns:a16="http://schemas.microsoft.com/office/drawing/2014/main" id="{1B444566-DD0C-E75E-2CB9-9CD5E45AD36D}"/>
              </a:ext>
            </a:extLst>
          </p:cNvPr>
          <p:cNvCxnSpPr>
            <a:cxnSpLocks/>
            <a:stCxn id="21" idx="3"/>
            <a:endCxn id="4" idx="0"/>
          </p:cNvCxnSpPr>
          <p:nvPr/>
        </p:nvCxnSpPr>
        <p:spPr>
          <a:xfrm>
            <a:off x="9724416" y="779525"/>
            <a:ext cx="299059" cy="761406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C6F08998-9D1D-7156-08CC-54F15038B613}"/>
              </a:ext>
            </a:extLst>
          </p:cNvPr>
          <p:cNvCxnSpPr>
            <a:cxnSpLocks/>
            <a:stCxn id="4" idx="2"/>
            <a:endCxn id="32" idx="1"/>
          </p:cNvCxnSpPr>
          <p:nvPr/>
        </p:nvCxnSpPr>
        <p:spPr>
          <a:xfrm rot="16200000" flipH="1">
            <a:off x="10397845" y="1369760"/>
            <a:ext cx="135002" cy="883743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EF22CD16-C4EC-CB5E-5C31-BC94328A0821}"/>
              </a:ext>
            </a:extLst>
          </p:cNvPr>
          <p:cNvSpPr txBox="1"/>
          <p:nvPr/>
        </p:nvSpPr>
        <p:spPr>
          <a:xfrm>
            <a:off x="10907218" y="1727365"/>
            <a:ext cx="1004489" cy="30353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固件更新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E497A5C-E648-8EF0-1D63-03B5D08B21FB}"/>
              </a:ext>
            </a:extLst>
          </p:cNvPr>
          <p:cNvSpPr txBox="1"/>
          <p:nvPr/>
        </p:nvSpPr>
        <p:spPr>
          <a:xfrm>
            <a:off x="10507110" y="627757"/>
            <a:ext cx="1404597" cy="30353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KONAMI 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设备</a:t>
            </a:r>
          </a:p>
        </p:txBody>
      </p:sp>
      <p:cxnSp>
        <p:nvCxnSpPr>
          <p:cNvPr id="44" name="连接符: 肘形 43">
            <a:extLst>
              <a:ext uri="{FF2B5EF4-FFF2-40B4-BE49-F238E27FC236}">
                <a16:creationId xmlns:a16="http://schemas.microsoft.com/office/drawing/2014/main" id="{5C669BF4-6EAA-6C08-7BEB-8A19558E53C9}"/>
              </a:ext>
            </a:extLst>
          </p:cNvPr>
          <p:cNvCxnSpPr>
            <a:cxnSpLocks/>
            <a:stCxn id="43" idx="1"/>
            <a:endCxn id="7" idx="0"/>
          </p:cNvCxnSpPr>
          <p:nvPr/>
        </p:nvCxnSpPr>
        <p:spPr>
          <a:xfrm rot="10800000" flipV="1">
            <a:off x="10298112" y="779525"/>
            <a:ext cx="208998" cy="761406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连接符: 肘形 49">
            <a:extLst>
              <a:ext uri="{FF2B5EF4-FFF2-40B4-BE49-F238E27FC236}">
                <a16:creationId xmlns:a16="http://schemas.microsoft.com/office/drawing/2014/main" id="{474A83A9-BC29-D99F-6F99-AD99E702EC46}"/>
              </a:ext>
            </a:extLst>
          </p:cNvPr>
          <p:cNvCxnSpPr>
            <a:cxnSpLocks/>
            <a:stCxn id="7" idx="2"/>
            <a:endCxn id="32" idx="1"/>
          </p:cNvCxnSpPr>
          <p:nvPr/>
        </p:nvCxnSpPr>
        <p:spPr>
          <a:xfrm rot="16200000" flipH="1">
            <a:off x="10535164" y="1507079"/>
            <a:ext cx="135002" cy="609106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DC4DDEC2-D731-819F-716B-4505E2236D05}"/>
              </a:ext>
            </a:extLst>
          </p:cNvPr>
          <p:cNvSpPr txBox="1"/>
          <p:nvPr/>
        </p:nvSpPr>
        <p:spPr>
          <a:xfrm>
            <a:off x="8768596" y="244470"/>
            <a:ext cx="2626526" cy="2394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0070C0"/>
            </a:solidFill>
            <a:prstDash val="sysDot"/>
          </a:ln>
          <a:effectLst/>
        </p:spPr>
        <p:txBody>
          <a:bodyPr wrap="square" lIns="54000" tIns="36000" rIns="36000" bIns="36000" rtlCol="0">
            <a:spAutoFit/>
          </a:bodyPr>
          <a:lstStyle/>
          <a:p>
            <a:pPr>
              <a:lnSpc>
                <a:spcPts val="1300"/>
              </a:lnSpc>
            </a:pP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设备模式会存储在 </a:t>
            </a:r>
            <a:r>
              <a:rPr lang="en-US" altLang="zh-CN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flash </a:t>
            </a: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里。</a:t>
            </a:r>
          </a:p>
        </p:txBody>
      </p:sp>
      <p:sp>
        <p:nvSpPr>
          <p:cNvPr id="13" name="文本框 20">
            <a:extLst>
              <a:ext uri="{FF2B5EF4-FFF2-40B4-BE49-F238E27FC236}">
                <a16:creationId xmlns:a16="http://schemas.microsoft.com/office/drawing/2014/main" id="{BE3F473D-0035-443D-8DC0-0B20531FF6EB}"/>
              </a:ext>
            </a:extLst>
          </p:cNvPr>
          <p:cNvSpPr txBox="1"/>
          <p:nvPr/>
        </p:nvSpPr>
        <p:spPr>
          <a:xfrm>
            <a:off x="7193315" y="532507"/>
            <a:ext cx="1155347" cy="53436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PlayStation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设备</a:t>
            </a:r>
          </a:p>
        </p:txBody>
      </p:sp>
      <p:cxnSp>
        <p:nvCxnSpPr>
          <p:cNvPr id="14" name="连接符: 肘形 27">
            <a:extLst>
              <a:ext uri="{FF2B5EF4-FFF2-40B4-BE49-F238E27FC236}">
                <a16:creationId xmlns:a16="http://schemas.microsoft.com/office/drawing/2014/main" id="{84A49125-C2F2-47B5-A29C-1299280DFF5C}"/>
              </a:ext>
            </a:extLst>
          </p:cNvPr>
          <p:cNvCxnSpPr>
            <a:cxnSpLocks/>
            <a:stCxn id="13" idx="2"/>
          </p:cNvCxnSpPr>
          <p:nvPr/>
        </p:nvCxnSpPr>
        <p:spPr>
          <a:xfrm rot="16200000" flipH="1">
            <a:off x="8538102" y="299762"/>
            <a:ext cx="102846" cy="1637072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连接符: 肘形 28">
            <a:extLst>
              <a:ext uri="{FF2B5EF4-FFF2-40B4-BE49-F238E27FC236}">
                <a16:creationId xmlns:a16="http://schemas.microsoft.com/office/drawing/2014/main" id="{7DF4D707-C82B-4718-9FC2-CAF53FB8E545}"/>
              </a:ext>
            </a:extLst>
          </p:cNvPr>
          <p:cNvCxnSpPr>
            <a:cxnSpLocks/>
          </p:cNvCxnSpPr>
          <p:nvPr/>
        </p:nvCxnSpPr>
        <p:spPr>
          <a:xfrm rot="5400000">
            <a:off x="9301389" y="1258579"/>
            <a:ext cx="201470" cy="2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: 圆角 22">
            <a:extLst>
              <a:ext uri="{FF2B5EF4-FFF2-40B4-BE49-F238E27FC236}">
                <a16:creationId xmlns:a16="http://schemas.microsoft.com/office/drawing/2014/main" id="{9B8B6DB0-BB34-47F2-B719-8E638B950ED0}"/>
              </a:ext>
            </a:extLst>
          </p:cNvPr>
          <p:cNvSpPr/>
          <p:nvPr/>
        </p:nvSpPr>
        <p:spPr>
          <a:xfrm>
            <a:off x="9155476" y="1371191"/>
            <a:ext cx="505170" cy="544949"/>
          </a:xfrm>
          <a:prstGeom prst="roundRect">
            <a:avLst>
              <a:gd name="adj" fmla="val 9697"/>
            </a:avLst>
          </a:prstGeom>
          <a:solidFill>
            <a:schemeClr val="accent1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endParaRPr lang="zh-CN" altLang="en-US" sz="8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0045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6FBAF8-CADB-5CA2-58AD-D882D60CA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F7DE882-5CEA-5ECA-9EF7-2FA8FFA35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一般模式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68F79964-5FC7-36F4-A6A6-ACFC18A3BEA0}"/>
              </a:ext>
            </a:extLst>
          </p:cNvPr>
          <p:cNvSpPr/>
          <p:nvPr/>
        </p:nvSpPr>
        <p:spPr>
          <a:xfrm>
            <a:off x="9928225" y="1540931"/>
            <a:ext cx="190500" cy="203200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F11E11B-2E11-0F88-C119-9BF9905B2474}"/>
              </a:ext>
            </a:extLst>
          </p:cNvPr>
          <p:cNvSpPr/>
          <p:nvPr/>
        </p:nvSpPr>
        <p:spPr>
          <a:xfrm>
            <a:off x="10202862" y="1540931"/>
            <a:ext cx="190500" cy="203200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左大括号 17">
            <a:extLst>
              <a:ext uri="{FF2B5EF4-FFF2-40B4-BE49-F238E27FC236}">
                <a16:creationId xmlns:a16="http://schemas.microsoft.com/office/drawing/2014/main" id="{B06CBC1F-84E8-FB4D-AEF6-2F453BA6BD71}"/>
              </a:ext>
            </a:extLst>
          </p:cNvPr>
          <p:cNvSpPr/>
          <p:nvPr/>
        </p:nvSpPr>
        <p:spPr>
          <a:xfrm rot="5400000">
            <a:off x="10010690" y="1093973"/>
            <a:ext cx="297982" cy="475617"/>
          </a:xfrm>
          <a:prstGeom prst="leftBrace">
            <a:avLst>
              <a:gd name="adj1" fmla="val 18367"/>
              <a:gd name="adj2" fmla="val 48805"/>
            </a:avLst>
          </a:prstGeom>
          <a:ln w="28575">
            <a:solidFill>
              <a:srgbClr val="FF0000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576C486A-D8BA-B37F-49C2-A61BC43462EE}"/>
              </a:ext>
            </a:extLst>
          </p:cNvPr>
          <p:cNvCxnSpPr>
            <a:cxnSpLocks/>
            <a:stCxn id="27" idx="2"/>
            <a:endCxn id="32" idx="0"/>
          </p:cNvCxnSpPr>
          <p:nvPr/>
        </p:nvCxnSpPr>
        <p:spPr>
          <a:xfrm rot="16200000" flipH="1">
            <a:off x="11022352" y="1284908"/>
            <a:ext cx="536670" cy="776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26231BF8-189D-85BE-29FA-5B075B778E5B}"/>
              </a:ext>
            </a:extLst>
          </p:cNvPr>
          <p:cNvSpPr txBox="1"/>
          <p:nvPr/>
        </p:nvSpPr>
        <p:spPr>
          <a:xfrm>
            <a:off x="10788830" y="1553631"/>
            <a:ext cx="1004489" cy="76520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进入</a:t>
            </a:r>
            <a:endParaRPr lang="en-US" altLang="zh-CN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ts val="1800"/>
              </a:lnSpc>
            </a:pP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基础设定</a:t>
            </a:r>
            <a:endParaRPr lang="en-US" altLang="zh-CN" sz="1600" b="1" dirty="0">
              <a:solidFill>
                <a:schemeClr val="accent1">
                  <a:lumMod val="75000"/>
                </a:schemeClr>
              </a:solidFill>
              <a:highlight>
                <a:srgbClr val="FFFF00"/>
              </a:highlight>
            </a:endParaRPr>
          </a:p>
          <a:p>
            <a:pPr algn="ctr">
              <a:lnSpc>
                <a:spcPts val="1800"/>
              </a:lnSpc>
            </a:pP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模式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71957D-2BD2-DF57-082E-DCE6FCFBD412}"/>
              </a:ext>
            </a:extLst>
          </p:cNvPr>
          <p:cNvSpPr/>
          <p:nvPr/>
        </p:nvSpPr>
        <p:spPr>
          <a:xfrm>
            <a:off x="7210835" y="2412706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zh-CN" altLang="en-US" sz="1300" b="1" dirty="0">
                <a:solidFill>
                  <a:schemeClr val="accent4">
                    <a:lumMod val="75000"/>
                  </a:schemeClr>
                </a:solidFill>
              </a:rPr>
              <a:t>转盘</a:t>
            </a:r>
            <a:b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zh-CN" altLang="en-US" sz="1300" b="1" dirty="0">
                <a:solidFill>
                  <a:schemeClr val="accent4">
                    <a:lumMod val="75000"/>
                  </a:schemeClr>
                </a:solidFill>
              </a:rPr>
              <a:t>灯效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2F33F29-4747-96A4-D31B-261427123FB7}"/>
              </a:ext>
            </a:extLst>
          </p:cNvPr>
          <p:cNvSpPr/>
          <p:nvPr/>
        </p:nvSpPr>
        <p:spPr>
          <a:xfrm>
            <a:off x="8222426" y="2412706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zh-CN" altLang="en-US" sz="1300" b="1" dirty="0">
                <a:solidFill>
                  <a:schemeClr val="accent4">
                    <a:lumMod val="75000"/>
                  </a:schemeClr>
                </a:solidFill>
              </a:rPr>
              <a:t>松键</a:t>
            </a:r>
            <a:b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zh-CN" altLang="en-US" sz="1300" b="1" dirty="0">
                <a:solidFill>
                  <a:schemeClr val="accent4">
                    <a:lumMod val="75000"/>
                  </a:schemeClr>
                </a:solidFill>
              </a:rPr>
              <a:t>灯光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1353E74-99AC-C695-EAED-9CE34C08AA47}"/>
              </a:ext>
            </a:extLst>
          </p:cNvPr>
          <p:cNvSpPr/>
          <p:nvPr/>
        </p:nvSpPr>
        <p:spPr>
          <a:xfrm>
            <a:off x="9233780" y="2411959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zh-CN" altLang="en-US" sz="1300" b="1" dirty="0">
                <a:solidFill>
                  <a:schemeClr val="accent4">
                    <a:lumMod val="75000"/>
                  </a:schemeClr>
                </a:solidFill>
              </a:rPr>
              <a:t>恢复</a:t>
            </a:r>
            <a:b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zh-CN" altLang="en-US" sz="1300" b="1" dirty="0">
                <a:solidFill>
                  <a:schemeClr val="accent4">
                    <a:lumMod val="75000"/>
                  </a:schemeClr>
                </a:solidFill>
              </a:rPr>
              <a:t>行程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0268800-E308-B20F-1AF1-121C7031C15D}"/>
              </a:ext>
            </a:extLst>
          </p:cNvPr>
          <p:cNvSpPr/>
          <p:nvPr/>
        </p:nvSpPr>
        <p:spPr>
          <a:xfrm>
            <a:off x="6705666" y="3792143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zh-CN" altLang="en-US" sz="1300" b="1" dirty="0">
                <a:solidFill>
                  <a:schemeClr val="accent4">
                    <a:lumMod val="75000"/>
                  </a:schemeClr>
                </a:solidFill>
              </a:rPr>
              <a:t>键盘</a:t>
            </a:r>
            <a:b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zh-CN" altLang="en-US" sz="1300" b="1" dirty="0">
                <a:solidFill>
                  <a:schemeClr val="accent4">
                    <a:lumMod val="75000"/>
                  </a:schemeClr>
                </a:solidFill>
              </a:rPr>
              <a:t>灯效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554FD2D-8894-011D-E89A-15113197F32F}"/>
              </a:ext>
            </a:extLst>
          </p:cNvPr>
          <p:cNvSpPr/>
          <p:nvPr/>
        </p:nvSpPr>
        <p:spPr>
          <a:xfrm>
            <a:off x="7712792" y="3795426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zh-CN" altLang="en-US" sz="1300" b="1" dirty="0">
                <a:solidFill>
                  <a:schemeClr val="accent4">
                    <a:lumMod val="75000"/>
                  </a:schemeClr>
                </a:solidFill>
              </a:rPr>
              <a:t>压键</a:t>
            </a:r>
            <a:b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zh-CN" altLang="en-US" sz="1300" b="1" dirty="0">
                <a:solidFill>
                  <a:schemeClr val="accent4">
                    <a:lumMod val="75000"/>
                  </a:schemeClr>
                </a:solidFill>
              </a:rPr>
              <a:t>灯光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0890595-EA8B-82C8-3333-4D447BE0A43E}"/>
              </a:ext>
            </a:extLst>
          </p:cNvPr>
          <p:cNvSpPr/>
          <p:nvPr/>
        </p:nvSpPr>
        <p:spPr>
          <a:xfrm>
            <a:off x="8727511" y="3792143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zh-CN" altLang="en-US" sz="1300" b="1" dirty="0">
                <a:solidFill>
                  <a:schemeClr val="accent4">
                    <a:lumMod val="75000"/>
                  </a:schemeClr>
                </a:solidFill>
              </a:rPr>
              <a:t>触发</a:t>
            </a:r>
            <a:b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zh-CN" altLang="en-US" sz="1300" b="1" dirty="0">
                <a:solidFill>
                  <a:schemeClr val="accent4">
                    <a:lumMod val="75000"/>
                  </a:schemeClr>
                </a:solidFill>
              </a:rPr>
              <a:t>行程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3152F22-71C9-6FD3-BA65-6DFD2508EBA8}"/>
              </a:ext>
            </a:extLst>
          </p:cNvPr>
          <p:cNvSpPr/>
          <p:nvPr/>
        </p:nvSpPr>
        <p:spPr>
          <a:xfrm>
            <a:off x="9734637" y="3792143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4" name="左大括号 13">
            <a:extLst>
              <a:ext uri="{FF2B5EF4-FFF2-40B4-BE49-F238E27FC236}">
                <a16:creationId xmlns:a16="http://schemas.microsoft.com/office/drawing/2014/main" id="{A32463B2-B62A-BE63-6BE1-1B8D25DDEB88}"/>
              </a:ext>
            </a:extLst>
          </p:cNvPr>
          <p:cNvSpPr/>
          <p:nvPr/>
        </p:nvSpPr>
        <p:spPr>
          <a:xfrm rot="10800000" flipH="1">
            <a:off x="6198236" y="2411960"/>
            <a:ext cx="417184" cy="2500868"/>
          </a:xfrm>
          <a:prstGeom prst="leftBrace">
            <a:avLst>
              <a:gd name="adj1" fmla="val 21655"/>
              <a:gd name="adj2" fmla="val 50551"/>
            </a:avLst>
          </a:prstGeom>
          <a:ln w="28575">
            <a:solidFill>
              <a:schemeClr val="accent4">
                <a:lumMod val="75000"/>
                <a:alpha val="69804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C747CF74-7A95-8721-04B1-0C6504002DE1}"/>
              </a:ext>
            </a:extLst>
          </p:cNvPr>
          <p:cNvCxnSpPr>
            <a:cxnSpLocks/>
            <a:stCxn id="18" idx="1"/>
            <a:endCxn id="14" idx="1"/>
          </p:cNvCxnSpPr>
          <p:nvPr/>
        </p:nvCxnSpPr>
        <p:spPr>
          <a:xfrm rot="16200000" flipH="1" flipV="1">
            <a:off x="6948889" y="432137"/>
            <a:ext cx="2465823" cy="3967129"/>
          </a:xfrm>
          <a:prstGeom prst="bentConnector4">
            <a:avLst>
              <a:gd name="adj1" fmla="val -28029"/>
              <a:gd name="adj2" fmla="val 105762"/>
            </a:avLst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92957223-9041-B0B7-72EB-C9F432CACBDC}"/>
              </a:ext>
            </a:extLst>
          </p:cNvPr>
          <p:cNvSpPr txBox="1"/>
          <p:nvPr/>
        </p:nvSpPr>
        <p:spPr>
          <a:xfrm>
            <a:off x="4711218" y="611277"/>
            <a:ext cx="1038549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进入</a:t>
            </a:r>
            <a:b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LED 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亮度设置模式</a:t>
            </a:r>
          </a:p>
        </p:txBody>
      </p:sp>
      <p:sp>
        <p:nvSpPr>
          <p:cNvPr id="15" name="箭头: 左 14">
            <a:extLst>
              <a:ext uri="{FF2B5EF4-FFF2-40B4-BE49-F238E27FC236}">
                <a16:creationId xmlns:a16="http://schemas.microsoft.com/office/drawing/2014/main" id="{2346C257-63D2-BB3D-121C-6959F49D6AC5}"/>
              </a:ext>
            </a:extLst>
          </p:cNvPr>
          <p:cNvSpPr/>
          <p:nvPr/>
        </p:nvSpPr>
        <p:spPr>
          <a:xfrm rot="2159241">
            <a:off x="4220521" y="759362"/>
            <a:ext cx="437078" cy="304655"/>
          </a:xfrm>
          <a:prstGeom prst="leftArrow">
            <a:avLst/>
          </a:prstGeom>
          <a:noFill/>
          <a:ln w="28575">
            <a:solidFill>
              <a:srgbClr val="2F528F">
                <a:alpha val="6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左 16">
            <a:extLst>
              <a:ext uri="{FF2B5EF4-FFF2-40B4-BE49-F238E27FC236}">
                <a16:creationId xmlns:a16="http://schemas.microsoft.com/office/drawing/2014/main" id="{F58D31CB-D919-2B10-5200-5A6975128501}"/>
              </a:ext>
            </a:extLst>
          </p:cNvPr>
          <p:cNvSpPr/>
          <p:nvPr/>
        </p:nvSpPr>
        <p:spPr>
          <a:xfrm rot="13792854">
            <a:off x="5143135" y="1561683"/>
            <a:ext cx="437078" cy="304655"/>
          </a:xfrm>
          <a:prstGeom prst="leftArrow">
            <a:avLst/>
          </a:prstGeom>
          <a:noFill/>
          <a:ln w="28575">
            <a:solidFill>
              <a:srgbClr val="2F528F">
                <a:alpha val="6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672B6236-B55C-AD17-2423-F3B51CB99571}"/>
              </a:ext>
            </a:extLst>
          </p:cNvPr>
          <p:cNvCxnSpPr>
            <a:cxnSpLocks/>
            <a:stCxn id="18" idx="1"/>
            <a:endCxn id="5" idx="0"/>
          </p:cNvCxnSpPr>
          <p:nvPr/>
        </p:nvCxnSpPr>
        <p:spPr>
          <a:xfrm rot="16200000" flipV="1">
            <a:off x="7412172" y="-1570402"/>
            <a:ext cx="571514" cy="4934872"/>
          </a:xfrm>
          <a:prstGeom prst="bentConnector3">
            <a:avLst>
              <a:gd name="adj1" fmla="val 155832"/>
            </a:avLst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D763A801-D6EF-1584-4C05-2E6C45DBA9CF}"/>
              </a:ext>
            </a:extLst>
          </p:cNvPr>
          <p:cNvSpPr/>
          <p:nvPr/>
        </p:nvSpPr>
        <p:spPr>
          <a:xfrm>
            <a:off x="6705666" y="1371191"/>
            <a:ext cx="505170" cy="544949"/>
          </a:xfrm>
          <a:prstGeom prst="roundRect">
            <a:avLst>
              <a:gd name="adj" fmla="val 9697"/>
            </a:avLst>
          </a:prstGeom>
          <a:solidFill>
            <a:schemeClr val="accent1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zh-CN" altLang="en-US" sz="800" b="1" dirty="0">
                <a:solidFill>
                  <a:srgbClr val="00B0F0"/>
                </a:solidFill>
              </a:rPr>
              <a:t>配置</a:t>
            </a:r>
            <a:r>
              <a:rPr lang="en-US" altLang="zh-CN" sz="800" b="1" dirty="0">
                <a:solidFill>
                  <a:srgbClr val="00B0F0"/>
                </a:solidFill>
              </a:rPr>
              <a:t> 1</a:t>
            </a:r>
            <a:endParaRPr lang="zh-CN" altLang="en-US" sz="800" b="1" dirty="0">
              <a:solidFill>
                <a:srgbClr val="00B0F0"/>
              </a:solidFill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E2FF953-0E7B-251F-7FAD-2D2E49425EC4}"/>
              </a:ext>
            </a:extLst>
          </p:cNvPr>
          <p:cNvSpPr/>
          <p:nvPr/>
        </p:nvSpPr>
        <p:spPr>
          <a:xfrm>
            <a:off x="7522269" y="1371191"/>
            <a:ext cx="505170" cy="544949"/>
          </a:xfrm>
          <a:prstGeom prst="roundRect">
            <a:avLst>
              <a:gd name="adj" fmla="val 9697"/>
            </a:avLst>
          </a:prstGeom>
          <a:solidFill>
            <a:schemeClr val="accent1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zh-CN" altLang="en-US" sz="800" b="1" dirty="0">
                <a:solidFill>
                  <a:srgbClr val="00B0F0"/>
                </a:solidFill>
              </a:rPr>
              <a:t>配置</a:t>
            </a:r>
            <a:r>
              <a:rPr lang="en-US" altLang="zh-CN" sz="800" b="1" dirty="0">
                <a:solidFill>
                  <a:srgbClr val="00B0F0"/>
                </a:solidFill>
              </a:rPr>
              <a:t> 2</a:t>
            </a:r>
            <a:endParaRPr lang="zh-CN" altLang="en-US" sz="800" b="1" dirty="0">
              <a:solidFill>
                <a:srgbClr val="00B0F0"/>
              </a:solidFill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AE782C5A-D105-5F43-163E-F98DD940C35E}"/>
              </a:ext>
            </a:extLst>
          </p:cNvPr>
          <p:cNvSpPr/>
          <p:nvPr/>
        </p:nvSpPr>
        <p:spPr>
          <a:xfrm>
            <a:off x="8338872" y="1371191"/>
            <a:ext cx="505170" cy="544949"/>
          </a:xfrm>
          <a:prstGeom prst="roundRect">
            <a:avLst>
              <a:gd name="adj" fmla="val 9697"/>
            </a:avLst>
          </a:prstGeom>
          <a:solidFill>
            <a:schemeClr val="accent1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zh-CN" altLang="en-US" sz="800" b="1" dirty="0">
                <a:solidFill>
                  <a:srgbClr val="00B0F0"/>
                </a:solidFill>
              </a:rPr>
              <a:t>配置</a:t>
            </a:r>
            <a:r>
              <a:rPr lang="en-US" altLang="zh-CN" sz="800" b="1" dirty="0">
                <a:solidFill>
                  <a:srgbClr val="00B0F0"/>
                </a:solidFill>
              </a:rPr>
              <a:t> 3</a:t>
            </a:r>
            <a:endParaRPr lang="zh-CN" altLang="en-US" sz="800" b="1" dirty="0">
              <a:solidFill>
                <a:srgbClr val="00B0F0"/>
              </a:solidFill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54A23A6-98EB-B185-BAAC-F6937A5F9DF7}"/>
              </a:ext>
            </a:extLst>
          </p:cNvPr>
          <p:cNvSpPr/>
          <p:nvPr/>
        </p:nvSpPr>
        <p:spPr>
          <a:xfrm>
            <a:off x="9155476" y="1371191"/>
            <a:ext cx="505170" cy="544949"/>
          </a:xfrm>
          <a:prstGeom prst="roundRect">
            <a:avLst>
              <a:gd name="adj" fmla="val 9697"/>
            </a:avLst>
          </a:prstGeom>
          <a:solidFill>
            <a:schemeClr val="accent1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zh-CN" altLang="en-US" sz="800" b="1" dirty="0">
                <a:solidFill>
                  <a:srgbClr val="00B0F0"/>
                </a:solidFill>
              </a:rPr>
              <a:t>配置</a:t>
            </a:r>
            <a:r>
              <a:rPr lang="en-US" altLang="zh-CN" sz="800" b="1" dirty="0">
                <a:solidFill>
                  <a:srgbClr val="00B0F0"/>
                </a:solidFill>
              </a:rPr>
              <a:t> 4</a:t>
            </a:r>
            <a:endParaRPr lang="zh-CN" altLang="en-US" sz="800" b="1" dirty="0">
              <a:solidFill>
                <a:srgbClr val="00B0F0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CB3B51A-C46D-7A80-27A3-D5D8EA57D0AB}"/>
              </a:ext>
            </a:extLst>
          </p:cNvPr>
          <p:cNvSpPr txBox="1"/>
          <p:nvPr/>
        </p:nvSpPr>
        <p:spPr>
          <a:xfrm>
            <a:off x="10648947" y="729243"/>
            <a:ext cx="1282703" cy="287718"/>
          </a:xfrm>
          <a:prstGeom prst="roundRect">
            <a:avLst>
              <a:gd name="adj" fmla="val 29099"/>
            </a:avLst>
          </a:prstGeom>
          <a:solidFill>
            <a:srgbClr val="FF0000"/>
          </a:solidFill>
        </p:spPr>
        <p:txBody>
          <a:bodyPr wrap="square" lIns="36000" tIns="0" rIns="36000" bIns="0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zh-CN" altLang="en-US" sz="1200" b="1" dirty="0">
                <a:solidFill>
                  <a:schemeClr val="bg1"/>
                </a:solidFill>
              </a:rPr>
              <a:t>按压</a:t>
            </a:r>
            <a:r>
              <a:rPr lang="en-US" altLang="zh-CN" sz="1200" b="1" dirty="0">
                <a:solidFill>
                  <a:schemeClr val="bg1"/>
                </a:solidFill>
              </a:rPr>
              <a:t> 5 </a:t>
            </a:r>
            <a:r>
              <a:rPr lang="zh-CN" altLang="en-US" sz="1200" b="1" dirty="0">
                <a:solidFill>
                  <a:schemeClr val="bg1"/>
                </a:solidFill>
              </a:rPr>
              <a:t>秒</a:t>
            </a:r>
          </a:p>
        </p:txBody>
      </p: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ED2CC277-4D59-6379-785D-08478AA3C662}"/>
              </a:ext>
            </a:extLst>
          </p:cNvPr>
          <p:cNvCxnSpPr>
            <a:cxnSpLocks/>
            <a:stCxn id="27" idx="1"/>
            <a:endCxn id="18" idx="1"/>
          </p:cNvCxnSpPr>
          <p:nvPr/>
        </p:nvCxnSpPr>
        <p:spPr>
          <a:xfrm rot="10800000" flipV="1">
            <a:off x="10165365" y="873101"/>
            <a:ext cx="483582" cy="309689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3952DFA1-9D23-296F-62C6-4ED587F27CB3}"/>
              </a:ext>
            </a:extLst>
          </p:cNvPr>
          <p:cNvCxnSpPr>
            <a:cxnSpLocks/>
            <a:stCxn id="18" idx="1"/>
            <a:endCxn id="46" idx="1"/>
          </p:cNvCxnSpPr>
          <p:nvPr/>
        </p:nvCxnSpPr>
        <p:spPr>
          <a:xfrm rot="16200000" flipV="1">
            <a:off x="9039203" y="56628"/>
            <a:ext cx="290640" cy="1961685"/>
          </a:xfrm>
          <a:prstGeom prst="bentConnector3">
            <a:avLst>
              <a:gd name="adj1" fmla="val 178239"/>
            </a:avLst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左大括号 45">
            <a:extLst>
              <a:ext uri="{FF2B5EF4-FFF2-40B4-BE49-F238E27FC236}">
                <a16:creationId xmlns:a16="http://schemas.microsoft.com/office/drawing/2014/main" id="{E853EB25-28AB-2752-0817-0317F3F97A09}"/>
              </a:ext>
            </a:extLst>
          </p:cNvPr>
          <p:cNvSpPr/>
          <p:nvPr/>
        </p:nvSpPr>
        <p:spPr>
          <a:xfrm rot="16200000" flipH="1">
            <a:off x="7981512" y="-131110"/>
            <a:ext cx="417184" cy="2463705"/>
          </a:xfrm>
          <a:prstGeom prst="leftBrace">
            <a:avLst>
              <a:gd name="adj1" fmla="val 21655"/>
              <a:gd name="adj2" fmla="val 50551"/>
            </a:avLst>
          </a:prstGeom>
          <a:ln w="28575">
            <a:solidFill>
              <a:schemeClr val="accent1">
                <a:alpha val="69804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A90230C5-638E-4FD2-C9C0-C17786D22DA9}"/>
              </a:ext>
            </a:extLst>
          </p:cNvPr>
          <p:cNvSpPr txBox="1"/>
          <p:nvPr/>
        </p:nvSpPr>
        <p:spPr>
          <a:xfrm>
            <a:off x="5496720" y="3662368"/>
            <a:ext cx="9940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BF9000"/>
                </a:solidFill>
              </a:rPr>
              <a:t>选择</a:t>
            </a:r>
            <a:br>
              <a:rPr lang="en-US" altLang="zh-CN" sz="1400" b="1" dirty="0">
                <a:solidFill>
                  <a:srgbClr val="BF9000"/>
                </a:solidFill>
              </a:rPr>
            </a:br>
            <a:r>
              <a:rPr lang="zh-CN" altLang="en-US" sz="1400" b="1" dirty="0">
                <a:solidFill>
                  <a:srgbClr val="BF9000"/>
                </a:solidFill>
              </a:rPr>
              <a:t>配置项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D26694E-D330-E959-A108-3A01E584E2F5}"/>
              </a:ext>
            </a:extLst>
          </p:cNvPr>
          <p:cNvSpPr txBox="1"/>
          <p:nvPr/>
        </p:nvSpPr>
        <p:spPr>
          <a:xfrm>
            <a:off x="7073900" y="696587"/>
            <a:ext cx="11942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7C9DCE"/>
                </a:solidFill>
              </a:rPr>
              <a:t>切换配置槽</a:t>
            </a:r>
          </a:p>
        </p:txBody>
      </p:sp>
    </p:spTree>
    <p:extLst>
      <p:ext uri="{BB962C8B-B14F-4D97-AF65-F5344CB8AC3E}">
        <p14:creationId xmlns:p14="http://schemas.microsoft.com/office/powerpoint/2010/main" val="204211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00F6A-E7C2-584A-3895-D3B3C3460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8EE20AE-E82B-B4A3-2198-233363EF7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LED </a:t>
            </a:r>
            <a:r>
              <a:rPr lang="zh-CN" altLang="en-US" dirty="0"/>
              <a:t>亮度设置模式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41AE4B7-E611-E097-3848-4D7BD6880AE5}"/>
              </a:ext>
            </a:extLst>
          </p:cNvPr>
          <p:cNvSpPr/>
          <p:nvPr/>
        </p:nvSpPr>
        <p:spPr>
          <a:xfrm>
            <a:off x="9928225" y="1540930"/>
            <a:ext cx="190500" cy="203200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C58AEAE-12E5-DB5B-85A9-89C41E466921}"/>
              </a:ext>
            </a:extLst>
          </p:cNvPr>
          <p:cNvSpPr/>
          <p:nvPr/>
        </p:nvSpPr>
        <p:spPr>
          <a:xfrm>
            <a:off x="10202862" y="1540930"/>
            <a:ext cx="190500" cy="203200"/>
          </a:xfrm>
          <a:prstGeom prst="roundRect">
            <a:avLst/>
          </a:prstGeom>
          <a:solidFill>
            <a:srgbClr val="00B05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D241B6B-AE9D-C8DE-D53D-EF9E8619BA26}"/>
              </a:ext>
            </a:extLst>
          </p:cNvPr>
          <p:cNvSpPr txBox="1"/>
          <p:nvPr/>
        </p:nvSpPr>
        <p:spPr>
          <a:xfrm>
            <a:off x="10945773" y="1518699"/>
            <a:ext cx="514616" cy="230832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zh-CN" altLang="en-US" sz="1500" b="1" dirty="0">
                <a:solidFill>
                  <a:srgbClr val="00B050"/>
                </a:solidFill>
              </a:rPr>
              <a:t>确认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0A57E46-9B35-B94B-CB28-5389BC41D421}"/>
              </a:ext>
            </a:extLst>
          </p:cNvPr>
          <p:cNvSpPr txBox="1"/>
          <p:nvPr/>
        </p:nvSpPr>
        <p:spPr>
          <a:xfrm>
            <a:off x="4609653" y="876242"/>
            <a:ext cx="1038549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LED</a:t>
            </a:r>
            <a:b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亮度调整</a:t>
            </a:r>
          </a:p>
        </p:txBody>
      </p:sp>
      <p:sp>
        <p:nvSpPr>
          <p:cNvPr id="33" name="箭头: 左 32">
            <a:extLst>
              <a:ext uri="{FF2B5EF4-FFF2-40B4-BE49-F238E27FC236}">
                <a16:creationId xmlns:a16="http://schemas.microsoft.com/office/drawing/2014/main" id="{7FB255BE-E056-8D1D-2A70-DC5C796E1E99}"/>
              </a:ext>
            </a:extLst>
          </p:cNvPr>
          <p:cNvSpPr/>
          <p:nvPr/>
        </p:nvSpPr>
        <p:spPr>
          <a:xfrm rot="2159241">
            <a:off x="4250152" y="788993"/>
            <a:ext cx="437078" cy="304655"/>
          </a:xfrm>
          <a:prstGeom prst="leftArrow">
            <a:avLst/>
          </a:prstGeom>
          <a:noFill/>
          <a:ln w="28575">
            <a:solidFill>
              <a:srgbClr val="2F528F">
                <a:alpha val="6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箭头: 左 33">
            <a:extLst>
              <a:ext uri="{FF2B5EF4-FFF2-40B4-BE49-F238E27FC236}">
                <a16:creationId xmlns:a16="http://schemas.microsoft.com/office/drawing/2014/main" id="{AD91A6CC-ACF6-151E-6F6C-EB570C89FF95}"/>
              </a:ext>
            </a:extLst>
          </p:cNvPr>
          <p:cNvSpPr/>
          <p:nvPr/>
        </p:nvSpPr>
        <p:spPr>
          <a:xfrm rot="13792854">
            <a:off x="5113504" y="1532052"/>
            <a:ext cx="437078" cy="304655"/>
          </a:xfrm>
          <a:prstGeom prst="leftArrow">
            <a:avLst/>
          </a:prstGeom>
          <a:noFill/>
          <a:ln w="28575">
            <a:solidFill>
              <a:srgbClr val="2F528F">
                <a:alpha val="6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58CE4BF4-9520-8993-0E30-A186179440C0}"/>
              </a:ext>
            </a:extLst>
          </p:cNvPr>
          <p:cNvCxnSpPr>
            <a:cxnSpLocks/>
            <a:stCxn id="7" idx="3"/>
            <a:endCxn id="32" idx="1"/>
          </p:cNvCxnSpPr>
          <p:nvPr/>
        </p:nvCxnSpPr>
        <p:spPr>
          <a:xfrm flipV="1">
            <a:off x="10393362" y="1634115"/>
            <a:ext cx="552411" cy="8415"/>
          </a:xfrm>
          <a:prstGeom prst="line">
            <a:avLst/>
          </a:prstGeom>
          <a:ln w="28575">
            <a:solidFill>
              <a:srgbClr val="00B050">
                <a:alpha val="69804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4A5EDA1A-F1C0-1A9E-BBD7-CD7D8600689A}"/>
              </a:ext>
            </a:extLst>
          </p:cNvPr>
          <p:cNvSpPr txBox="1"/>
          <p:nvPr/>
        </p:nvSpPr>
        <p:spPr>
          <a:xfrm>
            <a:off x="10945773" y="1762247"/>
            <a:ext cx="783772" cy="230832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zh-CN" altLang="en-US" sz="1500" b="1" dirty="0">
                <a:solidFill>
                  <a:srgbClr val="FF0000"/>
                </a:solidFill>
              </a:rPr>
              <a:t>取消</a:t>
            </a:r>
          </a:p>
        </p:txBody>
      </p: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CCCBC100-F4DF-D859-0115-64068665D901}"/>
              </a:ext>
            </a:extLst>
          </p:cNvPr>
          <p:cNvCxnSpPr>
            <a:cxnSpLocks/>
            <a:stCxn id="4" idx="2"/>
            <a:endCxn id="41" idx="1"/>
          </p:cNvCxnSpPr>
          <p:nvPr/>
        </p:nvCxnSpPr>
        <p:spPr>
          <a:xfrm rot="16200000" flipH="1">
            <a:off x="10417858" y="1349747"/>
            <a:ext cx="133533" cy="922298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左大括号 5">
            <a:extLst>
              <a:ext uri="{FF2B5EF4-FFF2-40B4-BE49-F238E27FC236}">
                <a16:creationId xmlns:a16="http://schemas.microsoft.com/office/drawing/2014/main" id="{7F145DB5-E022-CF5A-96A1-6A3A0343836F}"/>
              </a:ext>
            </a:extLst>
          </p:cNvPr>
          <p:cNvSpPr/>
          <p:nvPr/>
        </p:nvSpPr>
        <p:spPr>
          <a:xfrm rot="16200000">
            <a:off x="8380727" y="3301847"/>
            <a:ext cx="389999" cy="3776150"/>
          </a:xfrm>
          <a:prstGeom prst="leftBrace">
            <a:avLst>
              <a:gd name="adj1" fmla="val 21655"/>
              <a:gd name="adj2" fmla="val 49829"/>
            </a:avLst>
          </a:prstGeom>
          <a:ln w="28575">
            <a:solidFill>
              <a:schemeClr val="accent4">
                <a:lumMod val="75000"/>
                <a:alpha val="69804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79D79E5-ED3F-6F15-41BD-C3FA514F001D}"/>
              </a:ext>
            </a:extLst>
          </p:cNvPr>
          <p:cNvSpPr txBox="1"/>
          <p:nvPr/>
        </p:nvSpPr>
        <p:spPr>
          <a:xfrm>
            <a:off x="7526908" y="5393376"/>
            <a:ext cx="2085483" cy="31892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altLang="zh-CN" dirty="0"/>
              <a:t>1-7 </a:t>
            </a:r>
            <a:r>
              <a:rPr lang="zh-CN" altLang="en-US" dirty="0"/>
              <a:t>快捷设置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1A540D01-E0CE-534C-11E5-EBC43B15E387}"/>
              </a:ext>
            </a:extLst>
          </p:cNvPr>
          <p:cNvSpPr/>
          <p:nvPr/>
        </p:nvSpPr>
        <p:spPr>
          <a:xfrm>
            <a:off x="7210835" y="2412706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17%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1CBD17B3-9CCE-0802-634B-7BAFA630844A}"/>
              </a:ext>
            </a:extLst>
          </p:cNvPr>
          <p:cNvSpPr/>
          <p:nvPr/>
        </p:nvSpPr>
        <p:spPr>
          <a:xfrm>
            <a:off x="8222426" y="2412706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50%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306C93E5-03F2-1D4F-F092-F9DE6225E0BE}"/>
              </a:ext>
            </a:extLst>
          </p:cNvPr>
          <p:cNvSpPr/>
          <p:nvPr/>
        </p:nvSpPr>
        <p:spPr>
          <a:xfrm>
            <a:off x="9233780" y="2412706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83%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49B71778-0E85-E7CE-60E0-8DEDD45DCB67}"/>
              </a:ext>
            </a:extLst>
          </p:cNvPr>
          <p:cNvSpPr/>
          <p:nvPr/>
        </p:nvSpPr>
        <p:spPr>
          <a:xfrm>
            <a:off x="6705666" y="3792890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0%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949602FB-1540-F4D0-455D-8CB7799ED8D4}"/>
              </a:ext>
            </a:extLst>
          </p:cNvPr>
          <p:cNvSpPr/>
          <p:nvPr/>
        </p:nvSpPr>
        <p:spPr>
          <a:xfrm>
            <a:off x="7712792" y="3796173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33%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207B8795-B34C-9CD7-96B0-EF8E1B733DFE}"/>
              </a:ext>
            </a:extLst>
          </p:cNvPr>
          <p:cNvSpPr/>
          <p:nvPr/>
        </p:nvSpPr>
        <p:spPr>
          <a:xfrm>
            <a:off x="8727511" y="3792890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67%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BD3DCB99-B133-B55D-CA63-4BF377DC9815}"/>
              </a:ext>
            </a:extLst>
          </p:cNvPr>
          <p:cNvSpPr/>
          <p:nvPr/>
        </p:nvSpPr>
        <p:spPr>
          <a:xfrm>
            <a:off x="9734637" y="3792890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100%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31A60FB1-F94F-79FE-7CEC-02D23F615976}"/>
              </a:ext>
            </a:extLst>
          </p:cNvPr>
          <p:cNvSpPr/>
          <p:nvPr/>
        </p:nvSpPr>
        <p:spPr>
          <a:xfrm>
            <a:off x="6687650" y="1358667"/>
            <a:ext cx="546588" cy="559594"/>
          </a:xfrm>
          <a:prstGeom prst="roundRect">
            <a:avLst>
              <a:gd name="adj" fmla="val 9697"/>
            </a:avLst>
          </a:prstGeom>
          <a:solidFill>
            <a:schemeClr val="accent3">
              <a:lumMod val="20000"/>
              <a:lumOff val="8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E52C947-1DFB-218E-EBE1-41EE65887992}"/>
              </a:ext>
            </a:extLst>
          </p:cNvPr>
          <p:cNvSpPr/>
          <p:nvPr/>
        </p:nvSpPr>
        <p:spPr>
          <a:xfrm>
            <a:off x="7504419" y="1358667"/>
            <a:ext cx="546588" cy="559594"/>
          </a:xfrm>
          <a:prstGeom prst="roundRect">
            <a:avLst>
              <a:gd name="adj" fmla="val 9697"/>
            </a:avLst>
          </a:prstGeom>
          <a:solidFill>
            <a:schemeClr val="accent3">
              <a:lumMod val="20000"/>
              <a:lumOff val="80000"/>
              <a:alpha val="4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7AE123E-93B3-6BA8-34E7-40ED25F6C8C6}"/>
              </a:ext>
            </a:extLst>
          </p:cNvPr>
          <p:cNvCxnSpPr>
            <a:cxnSpLocks/>
            <a:stCxn id="10" idx="2"/>
            <a:endCxn id="2" idx="0"/>
          </p:cNvCxnSpPr>
          <p:nvPr/>
        </p:nvCxnSpPr>
        <p:spPr>
          <a:xfrm>
            <a:off x="6913567" y="854546"/>
            <a:ext cx="47377" cy="504121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CDC62B48-CE8A-2D9A-5AA7-5F61E4B5BA7E}"/>
              </a:ext>
            </a:extLst>
          </p:cNvPr>
          <p:cNvSpPr txBox="1"/>
          <p:nvPr/>
        </p:nvSpPr>
        <p:spPr>
          <a:xfrm>
            <a:off x="6469198" y="560757"/>
            <a:ext cx="888737" cy="29378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转盘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72A1EA52-3CED-611A-1463-CEEA1712F559}"/>
              </a:ext>
            </a:extLst>
          </p:cNvPr>
          <p:cNvCxnSpPr>
            <a:cxnSpLocks/>
            <a:stCxn id="12" idx="2"/>
            <a:endCxn id="5" idx="0"/>
          </p:cNvCxnSpPr>
          <p:nvPr/>
        </p:nvCxnSpPr>
        <p:spPr>
          <a:xfrm flipH="1">
            <a:off x="7777713" y="854546"/>
            <a:ext cx="83147" cy="504121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8990D1E9-F62F-5498-2240-195EC554D72C}"/>
              </a:ext>
            </a:extLst>
          </p:cNvPr>
          <p:cNvSpPr txBox="1"/>
          <p:nvPr/>
        </p:nvSpPr>
        <p:spPr>
          <a:xfrm>
            <a:off x="7416491" y="560757"/>
            <a:ext cx="888737" cy="29378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按键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7BEC0E2-EB2D-0083-AA95-6BB8D48A35E4}"/>
              </a:ext>
            </a:extLst>
          </p:cNvPr>
          <p:cNvSpPr txBox="1"/>
          <p:nvPr/>
        </p:nvSpPr>
        <p:spPr>
          <a:xfrm>
            <a:off x="8616983" y="558922"/>
            <a:ext cx="3171758" cy="40612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0070C0"/>
            </a:solidFill>
            <a:prstDash val="sysDot"/>
          </a:ln>
          <a:effectLst/>
        </p:spPr>
        <p:txBody>
          <a:bodyPr wrap="square" lIns="54000" tIns="36000" rIns="36000" bIns="36000" rtlCol="0">
            <a:spAutoFit/>
          </a:bodyPr>
          <a:lstStyle>
            <a:defPPr>
              <a:defRPr lang="zh-CN"/>
            </a:defPPr>
            <a:lvl1pPr>
              <a:lnSpc>
                <a:spcPts val="1300"/>
              </a:lnSpc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亮度是指全局最大亮度。</a:t>
            </a:r>
            <a:endParaRPr lang="en-US" altLang="zh-CN" dirty="0"/>
          </a:p>
          <a:p>
            <a:r>
              <a:rPr lang="zh-CN" altLang="en-US" dirty="0"/>
              <a:t>转盘和按键的亮度可以分开设置。</a:t>
            </a:r>
          </a:p>
        </p:txBody>
      </p:sp>
    </p:spTree>
    <p:extLst>
      <p:ext uri="{BB962C8B-B14F-4D97-AF65-F5344CB8AC3E}">
        <p14:creationId xmlns:p14="http://schemas.microsoft.com/office/powerpoint/2010/main" val="298442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B9E4E-E207-B474-7167-403EE080F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51E5D3A-3C65-638F-E745-E21D9945E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基础设定模式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085E63D-EE55-C783-7075-BF5C17858A70}"/>
              </a:ext>
            </a:extLst>
          </p:cNvPr>
          <p:cNvSpPr/>
          <p:nvPr/>
        </p:nvSpPr>
        <p:spPr>
          <a:xfrm>
            <a:off x="9928225" y="1540930"/>
            <a:ext cx="190500" cy="203200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1AC4F83-A02B-24D4-15F9-49C8ECE79822}"/>
              </a:ext>
            </a:extLst>
          </p:cNvPr>
          <p:cNvSpPr/>
          <p:nvPr/>
        </p:nvSpPr>
        <p:spPr>
          <a:xfrm>
            <a:off x="10202862" y="1540930"/>
            <a:ext cx="190500" cy="203200"/>
          </a:xfrm>
          <a:prstGeom prst="roundRect">
            <a:avLst/>
          </a:prstGeom>
          <a:solidFill>
            <a:srgbClr val="00B05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76452C36-EBB7-FFB7-2FFC-E8EB5878A971}"/>
              </a:ext>
            </a:extLst>
          </p:cNvPr>
          <p:cNvSpPr/>
          <p:nvPr/>
        </p:nvSpPr>
        <p:spPr>
          <a:xfrm>
            <a:off x="6687650" y="1358667"/>
            <a:ext cx="546588" cy="559594"/>
          </a:xfrm>
          <a:prstGeom prst="roundRect">
            <a:avLst>
              <a:gd name="adj" fmla="val 9697"/>
            </a:avLst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CBE5DB3-EEE3-7048-0C22-214F598366D0}"/>
              </a:ext>
            </a:extLst>
          </p:cNvPr>
          <p:cNvSpPr/>
          <p:nvPr/>
        </p:nvSpPr>
        <p:spPr>
          <a:xfrm>
            <a:off x="7504419" y="1358667"/>
            <a:ext cx="546588" cy="559594"/>
          </a:xfrm>
          <a:prstGeom prst="roundRect">
            <a:avLst>
              <a:gd name="adj" fmla="val 9697"/>
            </a:avLst>
          </a:prstGeom>
          <a:solidFill>
            <a:srgbClr val="1991F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CB11009-E790-4984-63FD-22156A9FA5F7}"/>
              </a:ext>
            </a:extLst>
          </p:cNvPr>
          <p:cNvSpPr/>
          <p:nvPr/>
        </p:nvSpPr>
        <p:spPr>
          <a:xfrm>
            <a:off x="8321188" y="1358667"/>
            <a:ext cx="546588" cy="559594"/>
          </a:xfrm>
          <a:prstGeom prst="roundRect">
            <a:avLst>
              <a:gd name="adj" fmla="val 9697"/>
            </a:avLst>
          </a:prstGeom>
          <a:solidFill>
            <a:schemeClr val="accent2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4536CEF4-3950-5B46-18F2-46FFA38B0B2C}"/>
              </a:ext>
            </a:extLst>
          </p:cNvPr>
          <p:cNvSpPr/>
          <p:nvPr/>
        </p:nvSpPr>
        <p:spPr>
          <a:xfrm>
            <a:off x="9133195" y="1358667"/>
            <a:ext cx="546588" cy="559594"/>
          </a:xfrm>
          <a:prstGeom prst="roundRect">
            <a:avLst>
              <a:gd name="adj" fmla="val 9697"/>
            </a:avLst>
          </a:prstGeom>
          <a:solidFill>
            <a:schemeClr val="accent1">
              <a:lumMod val="60000"/>
              <a:lumOff val="40000"/>
              <a:alpha val="50196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C0638FC-5496-D514-A17F-06B6D8FC33AB}"/>
              </a:ext>
            </a:extLst>
          </p:cNvPr>
          <p:cNvSpPr txBox="1"/>
          <p:nvPr/>
        </p:nvSpPr>
        <p:spPr>
          <a:xfrm>
            <a:off x="10945773" y="1518699"/>
            <a:ext cx="546588" cy="230832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zh-CN" altLang="en-US" sz="1500" b="1" dirty="0">
                <a:solidFill>
                  <a:srgbClr val="00B050"/>
                </a:solidFill>
              </a:rPr>
              <a:t>确认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4F91DF0-1C5D-1D3E-8B7A-02515FDA830B}"/>
              </a:ext>
            </a:extLst>
          </p:cNvPr>
          <p:cNvSpPr txBox="1"/>
          <p:nvPr/>
        </p:nvSpPr>
        <p:spPr>
          <a:xfrm>
            <a:off x="4666240" y="1082605"/>
            <a:ext cx="1038549" cy="31892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LED 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设置</a:t>
            </a:r>
          </a:p>
        </p:txBody>
      </p:sp>
      <p:sp>
        <p:nvSpPr>
          <p:cNvPr id="33" name="箭头: 左 32">
            <a:extLst>
              <a:ext uri="{FF2B5EF4-FFF2-40B4-BE49-F238E27FC236}">
                <a16:creationId xmlns:a16="http://schemas.microsoft.com/office/drawing/2014/main" id="{7F7CEDA0-A6B3-B7BF-85EA-4D02132C9229}"/>
              </a:ext>
            </a:extLst>
          </p:cNvPr>
          <p:cNvSpPr/>
          <p:nvPr/>
        </p:nvSpPr>
        <p:spPr>
          <a:xfrm rot="2159241">
            <a:off x="4250152" y="788993"/>
            <a:ext cx="437078" cy="304655"/>
          </a:xfrm>
          <a:prstGeom prst="leftArrow">
            <a:avLst/>
          </a:prstGeom>
          <a:noFill/>
          <a:ln w="28575">
            <a:solidFill>
              <a:srgbClr val="2F528F">
                <a:alpha val="6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箭头: 左 33">
            <a:extLst>
              <a:ext uri="{FF2B5EF4-FFF2-40B4-BE49-F238E27FC236}">
                <a16:creationId xmlns:a16="http://schemas.microsoft.com/office/drawing/2014/main" id="{32D03F8E-7C18-3704-2345-028828D08E94}"/>
              </a:ext>
            </a:extLst>
          </p:cNvPr>
          <p:cNvSpPr/>
          <p:nvPr/>
        </p:nvSpPr>
        <p:spPr>
          <a:xfrm rot="13792854">
            <a:off x="5113504" y="1532052"/>
            <a:ext cx="437078" cy="304655"/>
          </a:xfrm>
          <a:prstGeom prst="leftArrow">
            <a:avLst/>
          </a:prstGeom>
          <a:noFill/>
          <a:ln w="28575">
            <a:solidFill>
              <a:srgbClr val="2F528F">
                <a:alpha val="6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6171B856-E3FF-2F22-7169-8D7BCFABA57A}"/>
              </a:ext>
            </a:extLst>
          </p:cNvPr>
          <p:cNvCxnSpPr>
            <a:cxnSpLocks/>
            <a:stCxn id="7" idx="3"/>
            <a:endCxn id="32" idx="1"/>
          </p:cNvCxnSpPr>
          <p:nvPr/>
        </p:nvCxnSpPr>
        <p:spPr>
          <a:xfrm flipV="1">
            <a:off x="10393362" y="1634115"/>
            <a:ext cx="552411" cy="8415"/>
          </a:xfrm>
          <a:prstGeom prst="line">
            <a:avLst/>
          </a:prstGeom>
          <a:ln w="28575">
            <a:solidFill>
              <a:srgbClr val="00B050">
                <a:alpha val="69804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85B04927-67BC-ED53-CEF7-DA729CBCF1D2}"/>
              </a:ext>
            </a:extLst>
          </p:cNvPr>
          <p:cNvSpPr txBox="1"/>
          <p:nvPr/>
        </p:nvSpPr>
        <p:spPr>
          <a:xfrm>
            <a:off x="10945773" y="1762247"/>
            <a:ext cx="783772" cy="230832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zh-CN" altLang="en-US" sz="1500" b="1" dirty="0">
                <a:solidFill>
                  <a:srgbClr val="FF0000"/>
                </a:solidFill>
              </a:rPr>
              <a:t>取消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C549720-F905-FE19-2DAF-D79AE7069A50}"/>
              </a:ext>
            </a:extLst>
          </p:cNvPr>
          <p:cNvCxnSpPr>
            <a:cxnSpLocks/>
            <a:stCxn id="11" idx="2"/>
            <a:endCxn id="22" idx="0"/>
          </p:cNvCxnSpPr>
          <p:nvPr/>
        </p:nvCxnSpPr>
        <p:spPr>
          <a:xfrm>
            <a:off x="6960944" y="1156717"/>
            <a:ext cx="0" cy="201950"/>
          </a:xfrm>
          <a:prstGeom prst="line">
            <a:avLst/>
          </a:prstGeom>
          <a:ln w="28575">
            <a:solidFill>
              <a:srgbClr val="FF0000">
                <a:alpha val="69804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C2CF6042-428D-3DEE-37ED-8CBB2565C99F}"/>
              </a:ext>
            </a:extLst>
          </p:cNvPr>
          <p:cNvSpPr txBox="1"/>
          <p:nvPr/>
        </p:nvSpPr>
        <p:spPr>
          <a:xfrm>
            <a:off x="6516575" y="696215"/>
            <a:ext cx="888737" cy="46050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zh-CN" altLang="en-US" sz="1400" b="1" dirty="0">
                <a:solidFill>
                  <a:srgbClr val="FF0000"/>
                </a:solidFill>
              </a:rPr>
              <a:t>设置首个 </a:t>
            </a:r>
            <a:r>
              <a:rPr lang="en-US" altLang="zh-CN" sz="1400" b="1" dirty="0">
                <a:solidFill>
                  <a:srgbClr val="FF0000"/>
                </a:solidFill>
              </a:rPr>
              <a:t>LED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32CE499-D1EC-08D3-D371-4A95C8CECD78}"/>
              </a:ext>
            </a:extLst>
          </p:cNvPr>
          <p:cNvCxnSpPr>
            <a:cxnSpLocks/>
            <a:stCxn id="20" idx="2"/>
            <a:endCxn id="24" idx="0"/>
          </p:cNvCxnSpPr>
          <p:nvPr/>
        </p:nvCxnSpPr>
        <p:spPr>
          <a:xfrm>
            <a:off x="7775581" y="1156717"/>
            <a:ext cx="2132" cy="201950"/>
          </a:xfrm>
          <a:prstGeom prst="line">
            <a:avLst/>
          </a:prstGeom>
          <a:ln w="28575">
            <a:solidFill>
              <a:srgbClr val="00B050">
                <a:alpha val="69804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092F3249-AEB2-3D92-DE94-2C187FCBEA7C}"/>
              </a:ext>
            </a:extLst>
          </p:cNvPr>
          <p:cNvSpPr txBox="1"/>
          <p:nvPr/>
        </p:nvSpPr>
        <p:spPr>
          <a:xfrm>
            <a:off x="7331212" y="696215"/>
            <a:ext cx="888737" cy="46050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zh-CN" altLang="en-US" sz="1400" b="1" dirty="0">
                <a:solidFill>
                  <a:srgbClr val="1971FF"/>
                </a:solidFill>
              </a:rPr>
              <a:t>设置末尾</a:t>
            </a:r>
            <a:br>
              <a:rPr lang="en-US" altLang="zh-CN" sz="1400" b="1" dirty="0">
                <a:solidFill>
                  <a:srgbClr val="1971FF"/>
                </a:solidFill>
              </a:rPr>
            </a:br>
            <a:r>
              <a:rPr lang="en-US" altLang="zh-CN" sz="1400" b="1" dirty="0">
                <a:solidFill>
                  <a:srgbClr val="1971FF"/>
                </a:solidFill>
              </a:rPr>
              <a:t>LED</a:t>
            </a:r>
            <a:endParaRPr lang="zh-CN" altLang="en-US" sz="1400" b="1" dirty="0">
              <a:solidFill>
                <a:srgbClr val="1971FF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37D3618-8AFE-25DF-8DB2-2A2686B2F9D1}"/>
              </a:ext>
            </a:extLst>
          </p:cNvPr>
          <p:cNvSpPr txBox="1"/>
          <p:nvPr/>
        </p:nvSpPr>
        <p:spPr>
          <a:xfrm>
            <a:off x="8048876" y="696215"/>
            <a:ext cx="1084320" cy="46050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1400" b="1" dirty="0">
                <a:solidFill>
                  <a:schemeClr val="accent2">
                    <a:lumMod val="75000"/>
                  </a:schemeClr>
                </a:solidFill>
              </a:rPr>
              <a:t>LED</a:t>
            </a:r>
          </a:p>
          <a:p>
            <a:pPr algn="ctr">
              <a:lnSpc>
                <a:spcPct val="90000"/>
              </a:lnSpc>
            </a:pPr>
            <a:r>
              <a:rPr lang="zh-CN" altLang="en-US" sz="1400" b="1" dirty="0">
                <a:solidFill>
                  <a:schemeClr val="accent2">
                    <a:lumMod val="75000"/>
                  </a:schemeClr>
                </a:solidFill>
              </a:rPr>
              <a:t>方向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9DC42D6D-143C-1596-0902-16329DAFA204}"/>
              </a:ext>
            </a:extLst>
          </p:cNvPr>
          <p:cNvCxnSpPr>
            <a:cxnSpLocks/>
            <a:stCxn id="28" idx="2"/>
            <a:endCxn id="25" idx="0"/>
          </p:cNvCxnSpPr>
          <p:nvPr/>
        </p:nvCxnSpPr>
        <p:spPr>
          <a:xfrm>
            <a:off x="8591036" y="1156717"/>
            <a:ext cx="3446" cy="201950"/>
          </a:xfrm>
          <a:prstGeom prst="line">
            <a:avLst/>
          </a:prstGeom>
          <a:ln w="28575">
            <a:solidFill>
              <a:schemeClr val="accent2">
                <a:lumMod val="75000"/>
                <a:alpha val="69804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A7A6E260-6A9D-D83B-15B4-21840E27E1FF}"/>
              </a:ext>
            </a:extLst>
          </p:cNvPr>
          <p:cNvSpPr txBox="1"/>
          <p:nvPr/>
        </p:nvSpPr>
        <p:spPr>
          <a:xfrm>
            <a:off x="9006808" y="696215"/>
            <a:ext cx="809907" cy="46050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zh-CN" altLang="en-US" sz="1400" b="1" dirty="0">
                <a:solidFill>
                  <a:schemeClr val="accent5">
                    <a:lumMod val="75000"/>
                  </a:schemeClr>
                </a:solidFill>
              </a:rPr>
              <a:t>传感器</a:t>
            </a:r>
            <a:br>
              <a:rPr lang="en-US" altLang="zh-CN" sz="1400" b="1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zh-CN" altLang="en-US" sz="1400" b="1" dirty="0">
                <a:solidFill>
                  <a:schemeClr val="accent5">
                    <a:lumMod val="75000"/>
                  </a:schemeClr>
                </a:solidFill>
              </a:rPr>
              <a:t>模式</a:t>
            </a: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80ED73A2-BA97-ADD6-F0FE-3EF4079DF84D}"/>
              </a:ext>
            </a:extLst>
          </p:cNvPr>
          <p:cNvCxnSpPr>
            <a:cxnSpLocks/>
            <a:stCxn id="39" idx="2"/>
            <a:endCxn id="26" idx="0"/>
          </p:cNvCxnSpPr>
          <p:nvPr/>
        </p:nvCxnSpPr>
        <p:spPr>
          <a:xfrm flipH="1">
            <a:off x="9406489" y="1156717"/>
            <a:ext cx="5273" cy="201950"/>
          </a:xfrm>
          <a:prstGeom prst="line">
            <a:avLst/>
          </a:prstGeom>
          <a:ln w="28575">
            <a:solidFill>
              <a:schemeClr val="accent5">
                <a:lumMod val="75000"/>
                <a:alpha val="69804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699FF776-3D04-D92C-366B-E93358F0E88E}"/>
              </a:ext>
            </a:extLst>
          </p:cNvPr>
          <p:cNvCxnSpPr>
            <a:cxnSpLocks/>
            <a:stCxn id="4" idx="2"/>
            <a:endCxn id="41" idx="1"/>
          </p:cNvCxnSpPr>
          <p:nvPr/>
        </p:nvCxnSpPr>
        <p:spPr>
          <a:xfrm rot="16200000" flipH="1">
            <a:off x="10417858" y="1349747"/>
            <a:ext cx="133533" cy="922298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7E167A27-64B9-946E-98E8-D64D8D67D843}"/>
              </a:ext>
            </a:extLst>
          </p:cNvPr>
          <p:cNvSpPr txBox="1"/>
          <p:nvPr/>
        </p:nvSpPr>
        <p:spPr>
          <a:xfrm>
            <a:off x="10222848" y="639566"/>
            <a:ext cx="809907" cy="57284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0070C0"/>
            </a:solidFill>
            <a:prstDash val="sysDot"/>
          </a:ln>
          <a:effectLst/>
        </p:spPr>
        <p:txBody>
          <a:bodyPr wrap="square" lIns="54000" tIns="36000" rIns="36000" bIns="36000" rtlCol="0">
            <a:spAutoFit/>
          </a:bodyPr>
          <a:lstStyle/>
          <a:p>
            <a:pPr>
              <a:lnSpc>
                <a:spcPts val="1300"/>
              </a:lnSpc>
            </a:pPr>
            <a:r>
              <a:rPr lang="zh-CN" altLang="en-US" sz="1200" b="1" dirty="0">
                <a:solidFill>
                  <a:schemeClr val="accent4">
                    <a:lumMod val="75000"/>
                  </a:schemeClr>
                </a:solidFill>
              </a:rPr>
              <a:t>正常</a:t>
            </a:r>
            <a:endParaRPr lang="en-US" altLang="zh-CN" sz="1200" b="1" dirty="0">
              <a:solidFill>
                <a:schemeClr val="accent4">
                  <a:lumMod val="75000"/>
                </a:schemeClr>
              </a:solidFill>
            </a:endParaRPr>
          </a:p>
          <a:p>
            <a:pPr>
              <a:lnSpc>
                <a:spcPts val="1300"/>
              </a:lnSpc>
            </a:pPr>
            <a:r>
              <a:rPr lang="zh-CN" altLang="en-US" sz="1200" b="1" dirty="0">
                <a:solidFill>
                  <a:srgbClr val="00B0F0"/>
                </a:solidFill>
              </a:rPr>
              <a:t>反向</a:t>
            </a:r>
            <a:br>
              <a:rPr lang="en-US" altLang="zh-CN" sz="12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altLang="zh-CN" sz="1200" b="1" dirty="0">
                <a:solidFill>
                  <a:srgbClr val="FF0000"/>
                </a:solidFill>
              </a:rPr>
              <a:t>LR2 </a:t>
            </a:r>
            <a:r>
              <a:rPr lang="zh-CN" altLang="en-US" sz="1200" b="1" dirty="0">
                <a:solidFill>
                  <a:srgbClr val="FF0000"/>
                </a:solidFill>
              </a:rPr>
              <a:t>专用</a:t>
            </a:r>
          </a:p>
        </p:txBody>
      </p:sp>
      <p:cxnSp>
        <p:nvCxnSpPr>
          <p:cNvPr id="66" name="连接符: 肘形 65">
            <a:extLst>
              <a:ext uri="{FF2B5EF4-FFF2-40B4-BE49-F238E27FC236}">
                <a16:creationId xmlns:a16="http://schemas.microsoft.com/office/drawing/2014/main" id="{DDAB8A2A-1886-04D5-E6DB-6EC952F3482C}"/>
              </a:ext>
            </a:extLst>
          </p:cNvPr>
          <p:cNvCxnSpPr>
            <a:cxnSpLocks/>
            <a:stCxn id="39" idx="3"/>
            <a:endCxn id="62" idx="1"/>
          </p:cNvCxnSpPr>
          <p:nvPr/>
        </p:nvCxnSpPr>
        <p:spPr>
          <a:xfrm flipV="1">
            <a:off x="9816715" y="925986"/>
            <a:ext cx="406133" cy="480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5">
                <a:lumMod val="75000"/>
                <a:alpha val="69804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9F06EDCD-88F6-5711-1EAC-9D457597A1D8}"/>
              </a:ext>
            </a:extLst>
          </p:cNvPr>
          <p:cNvSpPr txBox="1"/>
          <p:nvPr/>
        </p:nvSpPr>
        <p:spPr>
          <a:xfrm>
            <a:off x="7907518" y="290517"/>
            <a:ext cx="1369141" cy="25223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0070C0"/>
            </a:solidFill>
            <a:prstDash val="sysDot"/>
          </a:ln>
          <a:effectLst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zh-CN" altLang="en-US" sz="1200" b="1" dirty="0">
                <a:solidFill>
                  <a:schemeClr val="accent4">
                    <a:lumMod val="75000"/>
                  </a:schemeClr>
                </a:solidFill>
              </a:rPr>
              <a:t>正常</a:t>
            </a:r>
            <a:r>
              <a:rPr lang="en-US" altLang="zh-CN" sz="1200" b="1" dirty="0">
                <a:solidFill>
                  <a:srgbClr val="00B0F0"/>
                </a:solidFill>
              </a:rPr>
              <a:t> </a:t>
            </a:r>
            <a:r>
              <a:rPr lang="zh-CN" altLang="en-US" sz="1200" b="1" dirty="0">
                <a:solidFill>
                  <a:srgbClr val="00B0F0"/>
                </a:solidFill>
              </a:rPr>
              <a:t>反向</a:t>
            </a:r>
            <a:endParaRPr lang="en-US" altLang="zh-CN" sz="1200" b="1" dirty="0">
              <a:solidFill>
                <a:srgbClr val="00B0F0"/>
              </a:solidFill>
            </a:endParaRPr>
          </a:p>
        </p:txBody>
      </p: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6D353CF7-14FA-FBBA-51BC-427D3F071291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 rot="5400000">
            <a:off x="8514834" y="618959"/>
            <a:ext cx="153459" cy="1053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5">
                <a:lumMod val="75000"/>
                <a:alpha val="69804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左大括号 11">
            <a:extLst>
              <a:ext uri="{FF2B5EF4-FFF2-40B4-BE49-F238E27FC236}">
                <a16:creationId xmlns:a16="http://schemas.microsoft.com/office/drawing/2014/main" id="{BABB85C0-B420-553E-2FC7-15BF42E502AA}"/>
              </a:ext>
            </a:extLst>
          </p:cNvPr>
          <p:cNvSpPr/>
          <p:nvPr/>
        </p:nvSpPr>
        <p:spPr>
          <a:xfrm rot="16200000">
            <a:off x="8380727" y="3301847"/>
            <a:ext cx="389999" cy="3776150"/>
          </a:xfrm>
          <a:prstGeom prst="leftBrace">
            <a:avLst>
              <a:gd name="adj1" fmla="val 21655"/>
              <a:gd name="adj2" fmla="val 49829"/>
            </a:avLst>
          </a:prstGeom>
          <a:ln w="28575">
            <a:solidFill>
              <a:schemeClr val="accent4">
                <a:lumMod val="75000"/>
                <a:alpha val="69804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315BBF6-BBFD-91C9-9896-FDA183582823}"/>
              </a:ext>
            </a:extLst>
          </p:cNvPr>
          <p:cNvSpPr txBox="1"/>
          <p:nvPr/>
        </p:nvSpPr>
        <p:spPr>
          <a:xfrm>
            <a:off x="7526908" y="5393376"/>
            <a:ext cx="2085483" cy="31892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转盘分辨率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9CC83F5-7D4F-2265-A332-CDFA73EFCCB0}"/>
              </a:ext>
            </a:extLst>
          </p:cNvPr>
          <p:cNvSpPr/>
          <p:nvPr/>
        </p:nvSpPr>
        <p:spPr>
          <a:xfrm>
            <a:off x="6705666" y="3792143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b"/>
          <a:lstStyle/>
          <a:p>
            <a:pPr algn="ctr">
              <a:lnSpc>
                <a:spcPct val="80000"/>
              </a:lnSpc>
            </a:pPr>
            <a:r>
              <a:rPr lang="en-US" altLang="zh-CN" sz="1100" b="1" dirty="0">
                <a:solidFill>
                  <a:schemeClr val="bg1"/>
                </a:solidFill>
                <a:highlight>
                  <a:srgbClr val="808080"/>
                </a:highlight>
              </a:rPr>
              <a:t>512</a:t>
            </a:r>
            <a:r>
              <a:rPr lang="en-US" altLang="zh-CN" sz="1100" b="1" spc="100" dirty="0">
                <a:solidFill>
                  <a:srgbClr val="BF9000"/>
                </a:solidFill>
              </a:rPr>
              <a:t>/</a:t>
            </a:r>
            <a:r>
              <a:rPr lang="en-US" altLang="zh-CN" sz="1100" b="1" dirty="0">
                <a:solidFill>
                  <a:srgbClr val="0083E6"/>
                </a:solidFill>
              </a:rPr>
              <a:t>256</a:t>
            </a:r>
            <a:br>
              <a:rPr lang="en-US" altLang="zh-CN" sz="14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ppr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E4759B0-CB72-A8C2-33DC-C569726D45E0}"/>
              </a:ext>
            </a:extLst>
          </p:cNvPr>
          <p:cNvSpPr/>
          <p:nvPr/>
        </p:nvSpPr>
        <p:spPr>
          <a:xfrm>
            <a:off x="7712792" y="3795426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b"/>
          <a:lstStyle/>
          <a:p>
            <a:pPr algn="ctr">
              <a:lnSpc>
                <a:spcPct val="80000"/>
              </a:lnSpc>
            </a:pPr>
            <a:r>
              <a:rPr lang="en-US" altLang="zh-CN" sz="1100" b="1" dirty="0">
                <a:solidFill>
                  <a:schemeClr val="bg1"/>
                </a:solidFill>
                <a:highlight>
                  <a:srgbClr val="808080"/>
                </a:highlight>
              </a:rPr>
              <a:t>200</a:t>
            </a:r>
            <a:r>
              <a:rPr lang="en-US" altLang="zh-CN" sz="1100" b="1" dirty="0">
                <a:solidFill>
                  <a:srgbClr val="BF9000"/>
                </a:solidFill>
              </a:rPr>
              <a:t>/</a:t>
            </a:r>
            <a:r>
              <a:rPr lang="en-US" altLang="zh-CN" sz="1100" b="1" dirty="0">
                <a:solidFill>
                  <a:srgbClr val="0083E6"/>
                </a:solidFill>
              </a:rPr>
              <a:t>128</a:t>
            </a:r>
            <a:br>
              <a:rPr lang="en-US" altLang="zh-CN" sz="24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 ppr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115D501-6945-FD53-2383-7A9884368578}"/>
              </a:ext>
            </a:extLst>
          </p:cNvPr>
          <p:cNvSpPr/>
          <p:nvPr/>
        </p:nvSpPr>
        <p:spPr>
          <a:xfrm>
            <a:off x="8727511" y="3792143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b"/>
          <a:lstStyle/>
          <a:p>
            <a:pPr algn="ctr">
              <a:lnSpc>
                <a:spcPct val="80000"/>
              </a:lnSpc>
            </a:pPr>
            <a:r>
              <a:rPr lang="en-US" altLang="zh-CN" sz="1100" b="1" dirty="0">
                <a:solidFill>
                  <a:schemeClr val="bg1"/>
                </a:solidFill>
                <a:highlight>
                  <a:srgbClr val="808080"/>
                </a:highlight>
              </a:rPr>
              <a:t>96</a:t>
            </a:r>
            <a:r>
              <a:rPr lang="en-US" altLang="zh-CN" sz="1100" b="1" dirty="0">
                <a:solidFill>
                  <a:srgbClr val="BF9000"/>
                </a:solidFill>
              </a:rPr>
              <a:t>/</a:t>
            </a:r>
            <a:r>
              <a:rPr lang="en-US" altLang="zh-CN" sz="1100" b="1" dirty="0">
                <a:solidFill>
                  <a:srgbClr val="0083E6"/>
                </a:solidFill>
              </a:rPr>
              <a:t>64</a:t>
            </a:r>
            <a:b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ppr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07E036C-D322-C7BB-E76C-ABA763F468C4}"/>
              </a:ext>
            </a:extLst>
          </p:cNvPr>
          <p:cNvSpPr/>
          <p:nvPr/>
        </p:nvSpPr>
        <p:spPr>
          <a:xfrm>
            <a:off x="9734637" y="3792143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b"/>
          <a:lstStyle/>
          <a:p>
            <a:pPr algn="ctr">
              <a:lnSpc>
                <a:spcPct val="80000"/>
              </a:lnSpc>
            </a:pPr>
            <a:r>
              <a:rPr lang="en-US" altLang="zh-CN" sz="1100" b="1" dirty="0">
                <a:solidFill>
                  <a:schemeClr val="bg1"/>
                </a:solidFill>
                <a:highlight>
                  <a:srgbClr val="808080"/>
                </a:highlight>
              </a:rPr>
              <a:t>48</a:t>
            </a:r>
            <a:r>
              <a:rPr lang="en-US" altLang="zh-CN" sz="1100" b="1" dirty="0">
                <a:solidFill>
                  <a:srgbClr val="BF9000"/>
                </a:solidFill>
              </a:rPr>
              <a:t>/</a:t>
            </a:r>
            <a:r>
              <a:rPr lang="en-US" altLang="zh-CN" sz="1100" b="1" dirty="0">
                <a:solidFill>
                  <a:srgbClr val="0083E6"/>
                </a:solidFill>
              </a:rPr>
              <a:t>32</a:t>
            </a:r>
            <a:b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ppr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F188327-3A37-BCD8-BF82-BDE17D2D7134}"/>
              </a:ext>
            </a:extLst>
          </p:cNvPr>
          <p:cNvSpPr/>
          <p:nvPr/>
        </p:nvSpPr>
        <p:spPr>
          <a:xfrm>
            <a:off x="7213073" y="2424509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6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b"/>
          <a:lstStyle/>
          <a:p>
            <a:pPr algn="ctr"/>
            <a:r>
              <a:rPr lang="zh-CN" altLang="en-US" sz="1000" b="1" dirty="0">
                <a:solidFill>
                  <a:schemeClr val="accent4">
                    <a:lumMod val="75000"/>
                  </a:schemeClr>
                </a:solidFill>
              </a:rPr>
              <a:t>按键</a:t>
            </a:r>
            <a:br>
              <a:rPr lang="en-US" altLang="zh-CN" sz="1000" b="1" dirty="0">
                <a:solidFill>
                  <a:schemeClr val="accent4">
                    <a:lumMod val="75000"/>
                  </a:schemeClr>
                </a:solidFill>
              </a:rPr>
            </a:br>
            <a:endParaRPr lang="en-US" altLang="zh-CN" sz="1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FE48E43-25AE-7846-3281-93ADE8F6EF0B}"/>
              </a:ext>
            </a:extLst>
          </p:cNvPr>
          <p:cNvSpPr/>
          <p:nvPr/>
        </p:nvSpPr>
        <p:spPr>
          <a:xfrm>
            <a:off x="8222426" y="2409810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6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b"/>
          <a:lstStyle/>
          <a:p>
            <a:pPr algn="ctr"/>
            <a:r>
              <a:rPr lang="zh-CN" altLang="en-US" sz="1000" b="1" dirty="0">
                <a:solidFill>
                  <a:schemeClr val="accent4">
                    <a:lumMod val="75000"/>
                  </a:schemeClr>
                </a:solidFill>
              </a:rPr>
              <a:t>转盘</a:t>
            </a:r>
            <a:endParaRPr lang="en-US" altLang="zh-CN" sz="10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/>
            <a:endParaRPr lang="zh-CN" altLang="en-US" sz="1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29DA4FD-2A44-1D4C-581F-8BF279ED2CC5}"/>
              </a:ext>
            </a:extLst>
          </p:cNvPr>
          <p:cNvSpPr/>
          <p:nvPr/>
        </p:nvSpPr>
        <p:spPr>
          <a:xfrm>
            <a:off x="9231779" y="2402287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6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b"/>
          <a:lstStyle/>
          <a:p>
            <a:pPr algn="ctr"/>
            <a:r>
              <a:rPr lang="en-US" altLang="zh-CN" sz="1000" b="1" dirty="0">
                <a:solidFill>
                  <a:schemeClr val="accent4">
                    <a:lumMod val="75000"/>
                  </a:schemeClr>
                </a:solidFill>
              </a:rPr>
              <a:t>E1~E4</a:t>
            </a:r>
            <a:br>
              <a:rPr lang="en-US" altLang="zh-CN" sz="1000" b="1" dirty="0">
                <a:solidFill>
                  <a:schemeClr val="accent4">
                    <a:lumMod val="75000"/>
                  </a:schemeClr>
                </a:solidFill>
              </a:rPr>
            </a:br>
            <a:endParaRPr lang="zh-CN" altLang="en-US" sz="1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左大括号 8">
            <a:extLst>
              <a:ext uri="{FF2B5EF4-FFF2-40B4-BE49-F238E27FC236}">
                <a16:creationId xmlns:a16="http://schemas.microsoft.com/office/drawing/2014/main" id="{BBECCB25-0428-1B02-A4CB-01CEC33D7FB4}"/>
              </a:ext>
            </a:extLst>
          </p:cNvPr>
          <p:cNvSpPr/>
          <p:nvPr/>
        </p:nvSpPr>
        <p:spPr>
          <a:xfrm rot="10800000">
            <a:off x="10499229" y="2396081"/>
            <a:ext cx="389999" cy="1164430"/>
          </a:xfrm>
          <a:prstGeom prst="leftBrace">
            <a:avLst>
              <a:gd name="adj1" fmla="val 21655"/>
              <a:gd name="adj2" fmla="val 49829"/>
            </a:avLst>
          </a:prstGeom>
          <a:ln w="28575">
            <a:solidFill>
              <a:schemeClr val="accent4">
                <a:lumMod val="75000"/>
                <a:alpha val="69804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4266201-16D9-6E79-E3B9-DEE4ED46816B}"/>
              </a:ext>
            </a:extLst>
          </p:cNvPr>
          <p:cNvSpPr txBox="1"/>
          <p:nvPr/>
        </p:nvSpPr>
        <p:spPr>
          <a:xfrm>
            <a:off x="10746343" y="2681642"/>
            <a:ext cx="1188611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altLang="zh-CN" dirty="0"/>
              <a:t>LED</a:t>
            </a:r>
            <a:br>
              <a:rPr lang="en-US" altLang="zh-CN" dirty="0"/>
            </a:br>
            <a:r>
              <a:rPr lang="zh-CN" altLang="en-US" dirty="0"/>
              <a:t>像素格式</a:t>
            </a:r>
            <a:endParaRPr lang="en-US" altLang="zh-CN" dirty="0"/>
          </a:p>
          <a:p>
            <a:r>
              <a:rPr lang="en-US" altLang="zh-CN" dirty="0">
                <a:solidFill>
                  <a:schemeClr val="accent4">
                    <a:lumMod val="50000"/>
                  </a:schemeClr>
                </a:solidFill>
              </a:rPr>
              <a:t>GRB/RGB</a:t>
            </a:r>
            <a:endParaRPr lang="zh-CN" alt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6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75945-AE9E-FA32-5953-44AD164A9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66FBD4E6-01E0-B93C-3F82-E9E185A0D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设置按键</a:t>
            </a:r>
            <a:r>
              <a:rPr lang="en-US" altLang="zh-CN" dirty="0"/>
              <a:t> On/Off </a:t>
            </a:r>
            <a:r>
              <a:rPr lang="zh-CN" altLang="en-US" dirty="0"/>
              <a:t>灯光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C56BA9B3-8F78-58FD-1B4A-1C3C5B552D39}"/>
              </a:ext>
            </a:extLst>
          </p:cNvPr>
          <p:cNvGrpSpPr/>
          <p:nvPr/>
        </p:nvGrpSpPr>
        <p:grpSpPr>
          <a:xfrm>
            <a:off x="2955941" y="1829094"/>
            <a:ext cx="1283680" cy="1941452"/>
            <a:chOff x="2477438" y="1454900"/>
            <a:chExt cx="1283680" cy="1941452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4D006E1F-49FE-1B42-2366-412B036967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77438" y="1454900"/>
              <a:ext cx="1283680" cy="1243731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20D68797-5BD2-BF47-F285-B15054A67899}"/>
                </a:ext>
              </a:extLst>
            </p:cNvPr>
            <p:cNvSpPr txBox="1"/>
            <p:nvPr/>
          </p:nvSpPr>
          <p:spPr>
            <a:xfrm>
              <a:off x="2477438" y="2811577"/>
              <a:ext cx="1283680" cy="584775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altLang="zh-CN" sz="1600" dirty="0"/>
                <a:t>1. </a:t>
              </a:r>
              <a:r>
                <a:rPr lang="zh-CN" altLang="en-US" sz="1600" dirty="0"/>
                <a:t>设置色度</a:t>
              </a:r>
              <a:r>
                <a:rPr lang="en-US" altLang="zh-CN" sz="1600" dirty="0"/>
                <a:t> (</a:t>
              </a:r>
              <a:r>
                <a:rPr lang="zh-CN" altLang="en-US" sz="1600" dirty="0"/>
                <a:t>颜色</a:t>
              </a:r>
              <a:r>
                <a:rPr lang="en-US" altLang="zh-CN" sz="1600" dirty="0"/>
                <a:t>)</a:t>
              </a:r>
              <a:endParaRPr lang="zh-CN" altLang="en-US" sz="1600" dirty="0"/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16BDE71-DC66-7D87-0CDD-1C3F01BA0023}"/>
              </a:ext>
            </a:extLst>
          </p:cNvPr>
          <p:cNvGrpSpPr/>
          <p:nvPr/>
        </p:nvGrpSpPr>
        <p:grpSpPr>
          <a:xfrm>
            <a:off x="5055079" y="1829094"/>
            <a:ext cx="1869057" cy="1941451"/>
            <a:chOff x="5068457" y="1084236"/>
            <a:chExt cx="1869057" cy="1941451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92CEAE13-EA68-AAC0-E8C1-22B8B68C45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19014" y="1084236"/>
              <a:ext cx="1283680" cy="1243731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B5E6331-A912-9AD3-B6C0-D4CADA513D9E}"/>
                </a:ext>
              </a:extLst>
            </p:cNvPr>
            <p:cNvSpPr txBox="1"/>
            <p:nvPr/>
          </p:nvSpPr>
          <p:spPr>
            <a:xfrm>
              <a:off x="5068457" y="2440912"/>
              <a:ext cx="1869057" cy="584775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altLang="zh-CN" sz="1600" dirty="0"/>
                <a:t>2. </a:t>
              </a:r>
              <a:r>
                <a:rPr lang="zh-CN" altLang="en-US" sz="1600" dirty="0"/>
                <a:t>设置灰度</a:t>
              </a:r>
              <a:br>
                <a:rPr lang="en-US" altLang="zh-CN" sz="1600" dirty="0"/>
              </a:br>
              <a:r>
                <a:rPr lang="en-US" altLang="zh-CN" sz="1600" dirty="0"/>
                <a:t> (</a:t>
              </a:r>
              <a:r>
                <a:rPr lang="zh-CN" altLang="en-US" sz="1600" dirty="0"/>
                <a:t>色彩饱和度</a:t>
              </a:r>
              <a:r>
                <a:rPr lang="en-US" altLang="zh-CN" sz="1600" dirty="0"/>
                <a:t>)</a:t>
              </a:r>
              <a:endParaRPr lang="zh-CN" altLang="en-US" sz="1600" dirty="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FD2763FD-73FF-5B25-6881-2BE8605E8B01}"/>
              </a:ext>
            </a:extLst>
          </p:cNvPr>
          <p:cNvGrpSpPr/>
          <p:nvPr/>
        </p:nvGrpSpPr>
        <p:grpSpPr>
          <a:xfrm>
            <a:off x="7635941" y="1829093"/>
            <a:ext cx="1283680" cy="1941452"/>
            <a:chOff x="7789044" y="1084235"/>
            <a:chExt cx="1283680" cy="1941452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736524CC-6C9B-1190-F234-B9EDA52FF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89044" y="1084235"/>
              <a:ext cx="1283680" cy="1243731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746683A-D844-4BC5-BB56-EB5235152F24}"/>
                </a:ext>
              </a:extLst>
            </p:cNvPr>
            <p:cNvSpPr txBox="1"/>
            <p:nvPr/>
          </p:nvSpPr>
          <p:spPr>
            <a:xfrm>
              <a:off x="7789044" y="2440912"/>
              <a:ext cx="1283680" cy="584775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altLang="zh-CN" sz="1600" dirty="0"/>
                <a:t>3. </a:t>
              </a:r>
              <a:r>
                <a:rPr lang="zh-CN" altLang="en-US" sz="1600" dirty="0"/>
                <a:t>设置明度 </a:t>
              </a:r>
              <a:r>
                <a:rPr lang="en-US" altLang="zh-CN" sz="1600" dirty="0"/>
                <a:t>(</a:t>
              </a:r>
              <a:r>
                <a:rPr lang="zh-CN" altLang="en-US" sz="1600" dirty="0"/>
                <a:t>亮度</a:t>
              </a:r>
              <a:r>
                <a:rPr lang="en-US" altLang="zh-CN" sz="1600" dirty="0"/>
                <a:t>)</a:t>
              </a:r>
              <a:endParaRPr lang="zh-CN" altLang="en-US" sz="1600" dirty="0"/>
            </a:p>
          </p:txBody>
        </p:sp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B8463000-15B5-15AF-9E62-B194A680FF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0049" y="4504615"/>
          <a:ext cx="1025030" cy="915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r:id="rId4" imgW="1750685" imgH="1563257" progId="">
                  <p:embed/>
                </p:oleObj>
              </mc:Choice>
              <mc:Fallback>
                <p:oleObj r:id="rId4" imgW="1750685" imgH="1563257" progId="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09C9B7E9-DC1D-E65A-AD14-69C34CC83A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30049" y="4504615"/>
                        <a:ext cx="1025030" cy="9153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箭头: 右 15">
            <a:extLst>
              <a:ext uri="{FF2B5EF4-FFF2-40B4-BE49-F238E27FC236}">
                <a16:creationId xmlns:a16="http://schemas.microsoft.com/office/drawing/2014/main" id="{284F9DAF-2390-0BC9-5A6D-7B4FD026F089}"/>
              </a:ext>
            </a:extLst>
          </p:cNvPr>
          <p:cNvSpPr/>
          <p:nvPr/>
        </p:nvSpPr>
        <p:spPr>
          <a:xfrm>
            <a:off x="1150052" y="3503184"/>
            <a:ext cx="747623" cy="7200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3911003-D0DA-D4D4-659F-6C0E58383344}"/>
              </a:ext>
            </a:extLst>
          </p:cNvPr>
          <p:cNvSpPr txBox="1"/>
          <p:nvPr/>
        </p:nvSpPr>
        <p:spPr>
          <a:xfrm>
            <a:off x="4837220" y="4586655"/>
            <a:ext cx="3817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选择需要应用的键</a:t>
            </a:r>
            <a:br>
              <a:rPr lang="en-US" altLang="zh-CN" dirty="0"/>
            </a:br>
            <a:r>
              <a:rPr lang="en-US" altLang="zh-CN" dirty="0"/>
              <a:t>(</a:t>
            </a:r>
            <a:r>
              <a:rPr lang="zh-CN" altLang="en-US" dirty="0"/>
              <a:t>设置过程中随时切换</a:t>
            </a:r>
            <a:r>
              <a:rPr lang="en-US" altLang="zh-CN" dirty="0"/>
              <a:t>)</a:t>
            </a:r>
          </a:p>
        </p:txBody>
      </p:sp>
      <p:sp>
        <p:nvSpPr>
          <p:cNvPr id="59" name="箭头: 右 58">
            <a:extLst>
              <a:ext uri="{FF2B5EF4-FFF2-40B4-BE49-F238E27FC236}">
                <a16:creationId xmlns:a16="http://schemas.microsoft.com/office/drawing/2014/main" id="{04A4E851-680F-BF3F-C8ED-FD4374808954}"/>
              </a:ext>
            </a:extLst>
          </p:cNvPr>
          <p:cNvSpPr/>
          <p:nvPr/>
        </p:nvSpPr>
        <p:spPr>
          <a:xfrm>
            <a:off x="4395941" y="2077146"/>
            <a:ext cx="747623" cy="7200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0" name="箭头: 右 59">
            <a:extLst>
              <a:ext uri="{FF2B5EF4-FFF2-40B4-BE49-F238E27FC236}">
                <a16:creationId xmlns:a16="http://schemas.microsoft.com/office/drawing/2014/main" id="{F76715EA-C954-D5AE-EBE0-C8CF48B19CCA}"/>
              </a:ext>
            </a:extLst>
          </p:cNvPr>
          <p:cNvSpPr/>
          <p:nvPr/>
        </p:nvSpPr>
        <p:spPr>
          <a:xfrm>
            <a:off x="6735941" y="2077146"/>
            <a:ext cx="747623" cy="7200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3CBCB224-A021-7A8D-A6F3-4ADBC4922651}"/>
              </a:ext>
            </a:extLst>
          </p:cNvPr>
          <p:cNvCxnSpPr>
            <a:cxnSpLocks/>
          </p:cNvCxnSpPr>
          <p:nvPr/>
        </p:nvCxnSpPr>
        <p:spPr>
          <a:xfrm flipH="1">
            <a:off x="4940633" y="866307"/>
            <a:ext cx="2127276" cy="1162072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D3D47080-8301-C758-FEFF-4F4831D888E5}"/>
              </a:ext>
            </a:extLst>
          </p:cNvPr>
          <p:cNvCxnSpPr>
            <a:cxnSpLocks/>
          </p:cNvCxnSpPr>
          <p:nvPr/>
        </p:nvCxnSpPr>
        <p:spPr>
          <a:xfrm flipH="1">
            <a:off x="7335578" y="1153392"/>
            <a:ext cx="272697" cy="923754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DEB7D201-B9F2-111F-99D7-C06E7187C3F1}"/>
              </a:ext>
            </a:extLst>
          </p:cNvPr>
          <p:cNvCxnSpPr>
            <a:cxnSpLocks/>
          </p:cNvCxnSpPr>
          <p:nvPr/>
        </p:nvCxnSpPr>
        <p:spPr>
          <a:xfrm>
            <a:off x="8654900" y="1222035"/>
            <a:ext cx="1696798" cy="2206965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箭头: 右 83">
            <a:extLst>
              <a:ext uri="{FF2B5EF4-FFF2-40B4-BE49-F238E27FC236}">
                <a16:creationId xmlns:a16="http://schemas.microsoft.com/office/drawing/2014/main" id="{31AEF81C-1EBC-FCB8-26A3-E9C60A70B7E6}"/>
              </a:ext>
            </a:extLst>
          </p:cNvPr>
          <p:cNvSpPr/>
          <p:nvPr/>
        </p:nvSpPr>
        <p:spPr>
          <a:xfrm>
            <a:off x="10142279" y="3503184"/>
            <a:ext cx="747623" cy="7200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B215F35B-094D-BD90-F916-29D11274672F}"/>
              </a:ext>
            </a:extLst>
          </p:cNvPr>
          <p:cNvSpPr txBox="1"/>
          <p:nvPr/>
        </p:nvSpPr>
        <p:spPr>
          <a:xfrm>
            <a:off x="10038762" y="4304497"/>
            <a:ext cx="1036362" cy="338554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/>
            <a:r>
              <a:rPr lang="zh-CN" altLang="en-US" sz="1600" dirty="0"/>
              <a:t>完成确认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A14422B4-3700-767B-61C6-12C525417C33}"/>
              </a:ext>
            </a:extLst>
          </p:cNvPr>
          <p:cNvSpPr txBox="1"/>
          <p:nvPr/>
        </p:nvSpPr>
        <p:spPr>
          <a:xfrm>
            <a:off x="995830" y="4330928"/>
            <a:ext cx="1036362" cy="338554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/>
            <a:r>
              <a:rPr lang="zh-CN" altLang="en-US" sz="1600" dirty="0"/>
              <a:t>开始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AFA995D-D44B-A7A2-D640-63252468DC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2212" y="346538"/>
            <a:ext cx="1488550" cy="70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705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1F77B-6586-BB37-D858-382A9EAC5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0472C003-F19B-28D3-9B1B-E3BE57758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设置霍尔按键触发和恢复行程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92080C4-9D02-B08D-1717-6DD73379B5EE}"/>
              </a:ext>
            </a:extLst>
          </p:cNvPr>
          <p:cNvGrpSpPr/>
          <p:nvPr/>
        </p:nvGrpSpPr>
        <p:grpSpPr>
          <a:xfrm>
            <a:off x="4068963" y="1943978"/>
            <a:ext cx="2780362" cy="1243731"/>
            <a:chOff x="2477438" y="1454900"/>
            <a:chExt cx="2780362" cy="1243731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44500EA1-F2C7-F9C3-F1A7-9918A33AD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77438" y="1454900"/>
              <a:ext cx="1283680" cy="1243731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5A22DF8-887E-CCD4-783B-2C6445C41377}"/>
                </a:ext>
              </a:extLst>
            </p:cNvPr>
            <p:cNvSpPr txBox="1"/>
            <p:nvPr/>
          </p:nvSpPr>
          <p:spPr>
            <a:xfrm>
              <a:off x="3974120" y="1934711"/>
              <a:ext cx="1283680" cy="33855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zh-CN" altLang="en-US" sz="1600" dirty="0"/>
                <a:t>设置行程</a:t>
              </a:r>
              <a:endParaRPr lang="zh-CN" altLang="en-US" sz="1600" b="1" dirty="0"/>
            </a:p>
          </p:txBody>
        </p:sp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680B4369-3810-F04C-C507-D33AC7CDBF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75192" y="3706760"/>
          <a:ext cx="1025030" cy="915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r:id="rId4" imgW="1750685" imgH="1563257" progId="">
                  <p:embed/>
                </p:oleObj>
              </mc:Choice>
              <mc:Fallback>
                <p:oleObj r:id="rId4" imgW="1750685" imgH="1563257" progId="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347E18AB-89B5-FD16-0D34-12ABE4ECFE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75192" y="3706760"/>
                        <a:ext cx="1025030" cy="9153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箭头: 右 15">
            <a:extLst>
              <a:ext uri="{FF2B5EF4-FFF2-40B4-BE49-F238E27FC236}">
                <a16:creationId xmlns:a16="http://schemas.microsoft.com/office/drawing/2014/main" id="{25F15138-7CA4-6D53-DA4F-E30EF655DC69}"/>
              </a:ext>
            </a:extLst>
          </p:cNvPr>
          <p:cNvSpPr/>
          <p:nvPr/>
        </p:nvSpPr>
        <p:spPr>
          <a:xfrm>
            <a:off x="1731839" y="2827709"/>
            <a:ext cx="747623" cy="7200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7238835-2D3F-DDF5-DCB1-0A6238134543}"/>
              </a:ext>
            </a:extLst>
          </p:cNvPr>
          <p:cNvSpPr txBox="1"/>
          <p:nvPr/>
        </p:nvSpPr>
        <p:spPr>
          <a:xfrm>
            <a:off x="5459144" y="3994007"/>
            <a:ext cx="22061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选择需要应用的键</a:t>
            </a:r>
            <a:endParaRPr lang="en-US" altLang="zh-CN" sz="1600" b="1" dirty="0"/>
          </a:p>
        </p:txBody>
      </p:sp>
      <p:sp>
        <p:nvSpPr>
          <p:cNvPr id="59" name="箭头: 右 58">
            <a:extLst>
              <a:ext uri="{FF2B5EF4-FFF2-40B4-BE49-F238E27FC236}">
                <a16:creationId xmlns:a16="http://schemas.microsoft.com/office/drawing/2014/main" id="{2551ECD6-C700-40D2-75B1-DBD589E52561}"/>
              </a:ext>
            </a:extLst>
          </p:cNvPr>
          <p:cNvSpPr/>
          <p:nvPr/>
        </p:nvSpPr>
        <p:spPr>
          <a:xfrm>
            <a:off x="8053592" y="2980816"/>
            <a:ext cx="747623" cy="7200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CEF0A85B-A63F-E183-EADC-981E317E3787}"/>
              </a:ext>
            </a:extLst>
          </p:cNvPr>
          <p:cNvSpPr txBox="1"/>
          <p:nvPr/>
        </p:nvSpPr>
        <p:spPr>
          <a:xfrm>
            <a:off x="1577617" y="3655453"/>
            <a:ext cx="1036362" cy="338554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/>
            <a:r>
              <a:rPr lang="zh-CN" altLang="en-US" sz="1600" dirty="0"/>
              <a:t>开始</a:t>
            </a:r>
            <a:endParaRPr lang="zh-CN" altLang="en-US" sz="1600" b="1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F1A6044-C430-4A7B-8489-8FB896FF22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9551" y="2980816"/>
            <a:ext cx="1488550" cy="70610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B40E006-A7EB-0DE5-9FEA-CE4074DF4F4B}"/>
              </a:ext>
            </a:extLst>
          </p:cNvPr>
          <p:cNvSpPr txBox="1"/>
          <p:nvPr/>
        </p:nvSpPr>
        <p:spPr>
          <a:xfrm>
            <a:off x="361329" y="248248"/>
            <a:ext cx="45052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注意：仅霍尔版本支持。</a:t>
            </a:r>
          </a:p>
        </p:txBody>
      </p:sp>
    </p:spTree>
    <p:extLst>
      <p:ext uri="{BB962C8B-B14F-4D97-AF65-F5344CB8AC3E}">
        <p14:creationId xmlns:p14="http://schemas.microsoft.com/office/powerpoint/2010/main" val="3650749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85BF2-122D-40DB-882E-40500A767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B1FB039E-4EDC-DB7F-EC19-FC3EE2C54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霍尔传感器校准</a:t>
            </a:r>
            <a:endParaRPr lang="zh-CN" altLang="en-US" sz="2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B93DD02-4E5B-9312-0022-8EDC90A69CB1}"/>
              </a:ext>
            </a:extLst>
          </p:cNvPr>
          <p:cNvSpPr txBox="1"/>
          <p:nvPr/>
        </p:nvSpPr>
        <p:spPr>
          <a:xfrm>
            <a:off x="361329" y="248248"/>
            <a:ext cx="45052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注意：仅霍尔版本支持。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3770BFC-B53D-0B0E-A6E4-E44170A31D6B}"/>
              </a:ext>
            </a:extLst>
          </p:cNvPr>
          <p:cNvSpPr txBox="1"/>
          <p:nvPr/>
        </p:nvSpPr>
        <p:spPr>
          <a:xfrm>
            <a:off x="2107838" y="1342534"/>
            <a:ext cx="8292919" cy="3374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当你感觉触发不正确时，可能需要校准。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传感器校准只能通过 </a:t>
            </a:r>
            <a:r>
              <a:rPr lang="en-US" altLang="zh-CN" dirty="0"/>
              <a:t>CLI</a:t>
            </a:r>
            <a:r>
              <a:rPr lang="zh-CN" altLang="en-US" dirty="0"/>
              <a:t>（命令行界面）执行。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你需要一个串口终端工具来访问 </a:t>
            </a:r>
            <a:r>
              <a:rPr lang="en-US" altLang="zh-CN" dirty="0"/>
              <a:t>CLI</a:t>
            </a:r>
            <a:r>
              <a:rPr lang="zh-CN" altLang="en-US" dirty="0"/>
              <a:t>，比如这个在线工具：</a:t>
            </a:r>
            <a:br>
              <a:rPr lang="zh-CN" altLang="en-US" dirty="0"/>
            </a:br>
            <a:r>
              <a:rPr lang="en-US" altLang="zh-CN" dirty="0">
                <a:hlinkClick r:id="rId2"/>
              </a:rPr>
              <a:t>https://googlechromelabs.github.io/serial-terminal/</a:t>
            </a:r>
            <a:endParaRPr lang="zh-CN" alt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进入 </a:t>
            </a:r>
            <a:r>
              <a:rPr lang="en-US" altLang="zh-CN" dirty="0"/>
              <a:t>CLI </a:t>
            </a:r>
            <a:r>
              <a:rPr lang="zh-CN" altLang="en-US" dirty="0"/>
              <a:t>后，按照下面步骤进行校准：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输入 </a:t>
            </a:r>
            <a:r>
              <a:rPr lang="en-US" altLang="zh-CN" dirty="0">
                <a:latin typeface="Consolas" panose="020B0609020204030204" pitchFamily="49" charset="0"/>
              </a:rPr>
              <a:t>"calibrate" </a:t>
            </a:r>
            <a:r>
              <a:rPr lang="zh-CN" altLang="en-US" dirty="0"/>
              <a:t>命令。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随机按压所有 </a:t>
            </a:r>
            <a:r>
              <a:rPr lang="en-US" altLang="zh-CN" dirty="0"/>
              <a:t>7 </a:t>
            </a:r>
            <a:r>
              <a:rPr lang="zh-CN" altLang="en-US" dirty="0"/>
              <a:t>个按键，确保所有按键都被按到。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完成。</a:t>
            </a:r>
          </a:p>
        </p:txBody>
      </p:sp>
    </p:spTree>
    <p:extLst>
      <p:ext uri="{BB962C8B-B14F-4D97-AF65-F5344CB8AC3E}">
        <p14:creationId xmlns:p14="http://schemas.microsoft.com/office/powerpoint/2010/main" val="3850872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9C2E4-AEC4-7FC3-0782-B51E2D79A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>
            <a:extLst>
              <a:ext uri="{FF2B5EF4-FFF2-40B4-BE49-F238E27FC236}">
                <a16:creationId xmlns:a16="http://schemas.microsoft.com/office/drawing/2014/main" id="{B56E186C-CE1C-ED6D-0EE9-AAFE8EE1DDFE}"/>
              </a:ext>
            </a:extLst>
          </p:cNvPr>
          <p:cNvSpPr txBox="1">
            <a:spLocks/>
          </p:cNvSpPr>
          <p:nvPr/>
        </p:nvSpPr>
        <p:spPr>
          <a:xfrm>
            <a:off x="0" y="4410914"/>
            <a:ext cx="12192000" cy="16582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5000"/>
              </a:lnSpc>
            </a:pPr>
            <a:r>
              <a:rPr lang="en-US" altLang="zh-CN" b="1" dirty="0"/>
              <a:t>IIDX Pico/Teeny/Jumbo</a:t>
            </a:r>
          </a:p>
          <a:p>
            <a:pPr algn="ctr">
              <a:lnSpc>
                <a:spcPct val="125000"/>
              </a:lnSpc>
            </a:pPr>
            <a:r>
              <a:rPr lang="ko-KR" altLang="en-US" dirty="0"/>
              <a:t>사용 설명서</a:t>
            </a:r>
            <a:endParaRPr lang="en-US" altLang="zh-CN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B6073B7-187F-B7A8-D050-C1C64D4A6C3E}"/>
              </a:ext>
            </a:extLst>
          </p:cNvPr>
          <p:cNvSpPr txBox="1"/>
          <p:nvPr/>
        </p:nvSpPr>
        <p:spPr>
          <a:xfrm>
            <a:off x="7510738" y="99038"/>
            <a:ext cx="4577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hlinkClick r:id="rId2"/>
              </a:rPr>
              <a:t>https://github.com/whowechina/iidx_pico</a:t>
            </a:r>
            <a:endParaRPr lang="zh-CN" altLang="en-US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0970FC-02D4-C47E-A58F-56A057A2A15B}"/>
              </a:ext>
            </a:extLst>
          </p:cNvPr>
          <p:cNvSpPr txBox="1"/>
          <p:nvPr/>
        </p:nvSpPr>
        <p:spPr>
          <a:xfrm>
            <a:off x="-42641" y="-15125"/>
            <a:ext cx="19053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rgbClr val="FF0000"/>
                </a:solidFill>
              </a:rPr>
              <a:t>한국어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4364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45D6F-91FD-5299-3C6C-369E0B106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07A0515-0E6B-0434-5CED-710AB2B99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전원 켜기</a:t>
            </a:r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539B546A-B614-1B1A-D5B1-ED3D6B99857F}"/>
              </a:ext>
            </a:extLst>
          </p:cNvPr>
          <p:cNvSpPr/>
          <p:nvPr/>
        </p:nvSpPr>
        <p:spPr>
          <a:xfrm>
            <a:off x="9928225" y="1540931"/>
            <a:ext cx="190500" cy="203200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66649C9-4F72-DD7B-6524-715F550DA6B6}"/>
              </a:ext>
            </a:extLst>
          </p:cNvPr>
          <p:cNvSpPr/>
          <p:nvPr/>
        </p:nvSpPr>
        <p:spPr>
          <a:xfrm>
            <a:off x="10202862" y="1540931"/>
            <a:ext cx="190500" cy="203200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7459633-58CA-0519-8509-5327BB189D74}"/>
              </a:ext>
            </a:extLst>
          </p:cNvPr>
          <p:cNvSpPr txBox="1"/>
          <p:nvPr/>
        </p:nvSpPr>
        <p:spPr>
          <a:xfrm>
            <a:off x="8712200" y="627757"/>
            <a:ext cx="1012216" cy="30353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</a:rPr>
              <a:t>일반 장치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28" name="连接符: 肘形 27">
            <a:extLst>
              <a:ext uri="{FF2B5EF4-FFF2-40B4-BE49-F238E27FC236}">
                <a16:creationId xmlns:a16="http://schemas.microsoft.com/office/drawing/2014/main" id="{710D5CCF-2377-4B44-3223-B01514A983AB}"/>
              </a:ext>
            </a:extLst>
          </p:cNvPr>
          <p:cNvCxnSpPr>
            <a:cxnSpLocks/>
            <a:stCxn id="21" idx="3"/>
            <a:endCxn id="4" idx="0"/>
          </p:cNvCxnSpPr>
          <p:nvPr/>
        </p:nvCxnSpPr>
        <p:spPr>
          <a:xfrm>
            <a:off x="9724416" y="779525"/>
            <a:ext cx="299059" cy="761406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8A9AAE18-1E20-9572-3BF9-A7DDDBA90E2D}"/>
              </a:ext>
            </a:extLst>
          </p:cNvPr>
          <p:cNvCxnSpPr>
            <a:cxnSpLocks/>
            <a:stCxn id="4" idx="2"/>
            <a:endCxn id="32" idx="1"/>
          </p:cNvCxnSpPr>
          <p:nvPr/>
        </p:nvCxnSpPr>
        <p:spPr>
          <a:xfrm rot="16200000" flipH="1">
            <a:off x="10388905" y="1378700"/>
            <a:ext cx="152882" cy="883743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E2B5BCAD-2D73-FCDA-AC1F-863560E713C2}"/>
              </a:ext>
            </a:extLst>
          </p:cNvPr>
          <p:cNvSpPr txBox="1"/>
          <p:nvPr/>
        </p:nvSpPr>
        <p:spPr>
          <a:xfrm>
            <a:off x="10907218" y="1629829"/>
            <a:ext cx="1004489" cy="53436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</a:rPr>
              <a:t>펌웨어 업데이트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4E3E649-6541-D72C-22DB-D49D3271A913}"/>
              </a:ext>
            </a:extLst>
          </p:cNvPr>
          <p:cNvSpPr txBox="1"/>
          <p:nvPr/>
        </p:nvSpPr>
        <p:spPr>
          <a:xfrm>
            <a:off x="10507110" y="627757"/>
            <a:ext cx="1404597" cy="30353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KONAMI 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</a:rPr>
              <a:t>장치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44" name="连接符: 肘形 43">
            <a:extLst>
              <a:ext uri="{FF2B5EF4-FFF2-40B4-BE49-F238E27FC236}">
                <a16:creationId xmlns:a16="http://schemas.microsoft.com/office/drawing/2014/main" id="{93C61904-1BFC-CADF-F938-CE7DC16D047B}"/>
              </a:ext>
            </a:extLst>
          </p:cNvPr>
          <p:cNvCxnSpPr>
            <a:cxnSpLocks/>
            <a:stCxn id="43" idx="1"/>
            <a:endCxn id="7" idx="0"/>
          </p:cNvCxnSpPr>
          <p:nvPr/>
        </p:nvCxnSpPr>
        <p:spPr>
          <a:xfrm rot="10800000" flipV="1">
            <a:off x="10298112" y="779525"/>
            <a:ext cx="208998" cy="761406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连接符: 肘形 49">
            <a:extLst>
              <a:ext uri="{FF2B5EF4-FFF2-40B4-BE49-F238E27FC236}">
                <a16:creationId xmlns:a16="http://schemas.microsoft.com/office/drawing/2014/main" id="{A9CCDD42-298D-7788-955A-C0E1349DBF9E}"/>
              </a:ext>
            </a:extLst>
          </p:cNvPr>
          <p:cNvCxnSpPr>
            <a:cxnSpLocks/>
            <a:stCxn id="7" idx="2"/>
            <a:endCxn id="32" idx="1"/>
          </p:cNvCxnSpPr>
          <p:nvPr/>
        </p:nvCxnSpPr>
        <p:spPr>
          <a:xfrm rot="16200000" flipH="1">
            <a:off x="10526224" y="1516019"/>
            <a:ext cx="152882" cy="609106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435541F0-CF32-23F4-2A0D-EE3CDDA548FE}"/>
              </a:ext>
            </a:extLst>
          </p:cNvPr>
          <p:cNvSpPr txBox="1"/>
          <p:nvPr/>
        </p:nvSpPr>
        <p:spPr>
          <a:xfrm>
            <a:off x="8768596" y="244470"/>
            <a:ext cx="2626526" cy="2394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0070C0"/>
            </a:solidFill>
            <a:prstDash val="sysDot"/>
          </a:ln>
          <a:effectLst/>
        </p:spPr>
        <p:txBody>
          <a:bodyPr wrap="square" lIns="54000" tIns="36000" rIns="36000" bIns="36000" rtlCol="0">
            <a:spAutoFit/>
          </a:bodyPr>
          <a:lstStyle/>
          <a:p>
            <a:pPr>
              <a:lnSpc>
                <a:spcPts val="1300"/>
              </a:lnSpc>
            </a:pP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장치 모드는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flash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에 저장됩니다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zh-CN" altLang="en-US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文本框 20">
            <a:extLst>
              <a:ext uri="{FF2B5EF4-FFF2-40B4-BE49-F238E27FC236}">
                <a16:creationId xmlns:a16="http://schemas.microsoft.com/office/drawing/2014/main" id="{995A1FD6-E90C-4CB8-AE45-22E3E34D4268}"/>
              </a:ext>
            </a:extLst>
          </p:cNvPr>
          <p:cNvSpPr txBox="1"/>
          <p:nvPr/>
        </p:nvSpPr>
        <p:spPr>
          <a:xfrm>
            <a:off x="7193315" y="532507"/>
            <a:ext cx="1155347" cy="53436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PlayStation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</a:rPr>
              <a:t> 장치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4" name="连接符: 肘形 27">
            <a:extLst>
              <a:ext uri="{FF2B5EF4-FFF2-40B4-BE49-F238E27FC236}">
                <a16:creationId xmlns:a16="http://schemas.microsoft.com/office/drawing/2014/main" id="{7773BDCF-FBF6-4FC2-8C30-982E87D34D96}"/>
              </a:ext>
            </a:extLst>
          </p:cNvPr>
          <p:cNvCxnSpPr>
            <a:cxnSpLocks/>
            <a:stCxn id="13" idx="2"/>
          </p:cNvCxnSpPr>
          <p:nvPr/>
        </p:nvCxnSpPr>
        <p:spPr>
          <a:xfrm rot="16200000" flipH="1">
            <a:off x="8538102" y="299762"/>
            <a:ext cx="102846" cy="1637072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连接符: 肘形 28">
            <a:extLst>
              <a:ext uri="{FF2B5EF4-FFF2-40B4-BE49-F238E27FC236}">
                <a16:creationId xmlns:a16="http://schemas.microsoft.com/office/drawing/2014/main" id="{70EAA714-2289-495B-92AF-EDD95F02D2DB}"/>
              </a:ext>
            </a:extLst>
          </p:cNvPr>
          <p:cNvCxnSpPr>
            <a:cxnSpLocks/>
          </p:cNvCxnSpPr>
          <p:nvPr/>
        </p:nvCxnSpPr>
        <p:spPr>
          <a:xfrm rot="5400000">
            <a:off x="9301389" y="1258579"/>
            <a:ext cx="201470" cy="2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: 圆角 22">
            <a:extLst>
              <a:ext uri="{FF2B5EF4-FFF2-40B4-BE49-F238E27FC236}">
                <a16:creationId xmlns:a16="http://schemas.microsoft.com/office/drawing/2014/main" id="{3A4AA932-F9D7-4597-B53E-A03BE609612C}"/>
              </a:ext>
            </a:extLst>
          </p:cNvPr>
          <p:cNvSpPr/>
          <p:nvPr/>
        </p:nvSpPr>
        <p:spPr>
          <a:xfrm>
            <a:off x="9155476" y="1371191"/>
            <a:ext cx="505170" cy="544949"/>
          </a:xfrm>
          <a:prstGeom prst="roundRect">
            <a:avLst>
              <a:gd name="adj" fmla="val 9697"/>
            </a:avLst>
          </a:prstGeom>
          <a:solidFill>
            <a:schemeClr val="accent1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endParaRPr lang="zh-CN" altLang="en-US" sz="8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10484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8C068-C009-A1F7-8857-85232DF00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07B39B6-6032-9CF5-D281-65B0F996E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일반 모드</a:t>
            </a:r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E028610-0D05-EEF0-641B-B06487D71B8E}"/>
              </a:ext>
            </a:extLst>
          </p:cNvPr>
          <p:cNvSpPr/>
          <p:nvPr/>
        </p:nvSpPr>
        <p:spPr>
          <a:xfrm>
            <a:off x="9928225" y="1540931"/>
            <a:ext cx="190500" cy="203200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EAC19FA-7F9A-23B4-842B-19A56CB7EF96}"/>
              </a:ext>
            </a:extLst>
          </p:cNvPr>
          <p:cNvSpPr/>
          <p:nvPr/>
        </p:nvSpPr>
        <p:spPr>
          <a:xfrm>
            <a:off x="10202862" y="1540931"/>
            <a:ext cx="190500" cy="203200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左大括号 17">
            <a:extLst>
              <a:ext uri="{FF2B5EF4-FFF2-40B4-BE49-F238E27FC236}">
                <a16:creationId xmlns:a16="http://schemas.microsoft.com/office/drawing/2014/main" id="{25456C86-9061-387C-F5E8-06939A77B9D1}"/>
              </a:ext>
            </a:extLst>
          </p:cNvPr>
          <p:cNvSpPr/>
          <p:nvPr/>
        </p:nvSpPr>
        <p:spPr>
          <a:xfrm rot="5400000">
            <a:off x="10010690" y="1093973"/>
            <a:ext cx="297982" cy="475617"/>
          </a:xfrm>
          <a:prstGeom prst="leftBrace">
            <a:avLst>
              <a:gd name="adj1" fmla="val 18367"/>
              <a:gd name="adj2" fmla="val 48805"/>
            </a:avLst>
          </a:prstGeom>
          <a:ln w="28575">
            <a:solidFill>
              <a:srgbClr val="FF0000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12F19124-C0C3-B0F5-B409-3D1A6A5FDA38}"/>
              </a:ext>
            </a:extLst>
          </p:cNvPr>
          <p:cNvCxnSpPr>
            <a:cxnSpLocks/>
            <a:stCxn id="27" idx="2"/>
            <a:endCxn id="32" idx="0"/>
          </p:cNvCxnSpPr>
          <p:nvPr/>
        </p:nvCxnSpPr>
        <p:spPr>
          <a:xfrm rot="16200000" flipH="1">
            <a:off x="11022352" y="1284908"/>
            <a:ext cx="536670" cy="776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6762FC51-ED31-F5BE-5B73-F063064B94E7}"/>
              </a:ext>
            </a:extLst>
          </p:cNvPr>
          <p:cNvSpPr txBox="1"/>
          <p:nvPr/>
        </p:nvSpPr>
        <p:spPr>
          <a:xfrm>
            <a:off x="10788830" y="1553631"/>
            <a:ext cx="1004489" cy="76520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</a:rPr>
              <a:t>진입</a:t>
            </a:r>
            <a:br>
              <a:rPr lang="en-US" altLang="ko-KR" sz="16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기본 설정 모드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6D8FD1F-0F76-1069-355A-D0FE297CD17B}"/>
              </a:ext>
            </a:extLst>
          </p:cNvPr>
          <p:cNvSpPr/>
          <p:nvPr/>
        </p:nvSpPr>
        <p:spPr>
          <a:xfrm>
            <a:off x="7210835" y="2412706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b"/>
          <a:lstStyle/>
          <a:p>
            <a:pPr algn="ctr"/>
            <a:r>
              <a:rPr lang="ko-KR" altLang="en-US" sz="1100" b="1" dirty="0">
                <a:solidFill>
                  <a:schemeClr val="accent4">
                    <a:lumMod val="75000"/>
                  </a:schemeClr>
                </a:solidFill>
              </a:rPr>
              <a:t>턴테이블 조명 효과</a:t>
            </a:r>
            <a:endParaRPr lang="zh-CN" altLang="en-US" sz="11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A1AD89C-3F19-720E-36B4-A2A1E9F72B12}"/>
              </a:ext>
            </a:extLst>
          </p:cNvPr>
          <p:cNvSpPr/>
          <p:nvPr/>
        </p:nvSpPr>
        <p:spPr>
          <a:xfrm>
            <a:off x="8222426" y="2412706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ko-KR" altLang="en-US" sz="1100" b="1" dirty="0">
                <a:solidFill>
                  <a:schemeClr val="accent4">
                    <a:lumMod val="75000"/>
                  </a:schemeClr>
                </a:solidFill>
              </a:rPr>
              <a:t>키 해제 시 조명</a:t>
            </a:r>
            <a:endParaRPr lang="zh-CN" altLang="en-US" sz="11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CB110AE-DE90-17BA-2040-C71FA98D60F5}"/>
              </a:ext>
            </a:extLst>
          </p:cNvPr>
          <p:cNvSpPr/>
          <p:nvPr/>
        </p:nvSpPr>
        <p:spPr>
          <a:xfrm>
            <a:off x="9233780" y="2411959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ko-KR" altLang="en-US" sz="1100" b="1" dirty="0">
                <a:solidFill>
                  <a:schemeClr val="accent4">
                    <a:lumMod val="75000"/>
                  </a:schemeClr>
                </a:solidFill>
              </a:rPr>
              <a:t>리셋 거리</a:t>
            </a:r>
            <a:endParaRPr lang="zh-CN" altLang="en-US" sz="11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8F6DB13-446E-5E6E-43D7-EA79C5B3C3B5}"/>
              </a:ext>
            </a:extLst>
          </p:cNvPr>
          <p:cNvSpPr/>
          <p:nvPr/>
        </p:nvSpPr>
        <p:spPr>
          <a:xfrm>
            <a:off x="6705666" y="3792143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b"/>
          <a:lstStyle/>
          <a:p>
            <a:pPr algn="ctr"/>
            <a:r>
              <a:rPr lang="ko-KR" altLang="en-US" sz="1100" b="1" dirty="0">
                <a:solidFill>
                  <a:schemeClr val="accent4">
                    <a:lumMod val="75000"/>
                  </a:schemeClr>
                </a:solidFill>
              </a:rPr>
              <a:t>키패드 조명 효과</a:t>
            </a:r>
            <a:endParaRPr lang="zh-CN" altLang="en-US" sz="11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F5147C3-33F6-E1A5-6F03-EC441616EECD}"/>
              </a:ext>
            </a:extLst>
          </p:cNvPr>
          <p:cNvSpPr/>
          <p:nvPr/>
        </p:nvSpPr>
        <p:spPr>
          <a:xfrm>
            <a:off x="7712792" y="3795426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ko-KR" altLang="en-US" sz="1100" b="1" dirty="0">
                <a:solidFill>
                  <a:schemeClr val="accent4">
                    <a:lumMod val="75000"/>
                  </a:schemeClr>
                </a:solidFill>
              </a:rPr>
              <a:t>키 입력 시 조명</a:t>
            </a:r>
            <a:endParaRPr lang="zh-CN" altLang="en-US" sz="11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AADDE77-165E-E7D9-7470-F74EF1123820}"/>
              </a:ext>
            </a:extLst>
          </p:cNvPr>
          <p:cNvSpPr/>
          <p:nvPr/>
        </p:nvSpPr>
        <p:spPr>
          <a:xfrm>
            <a:off x="8727511" y="3792143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b"/>
          <a:lstStyle/>
          <a:p>
            <a:pPr algn="ctr"/>
            <a:r>
              <a:rPr lang="ko-KR" altLang="en-US" sz="1100" b="1" dirty="0">
                <a:solidFill>
                  <a:schemeClr val="accent4">
                    <a:lumMod val="75000"/>
                  </a:schemeClr>
                </a:solidFill>
              </a:rPr>
              <a:t>트리거 작동 거리</a:t>
            </a:r>
            <a:endParaRPr lang="zh-CN" altLang="en-US" sz="11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4FD9BF2-77D5-2F43-204D-B238F5259DCC}"/>
              </a:ext>
            </a:extLst>
          </p:cNvPr>
          <p:cNvSpPr/>
          <p:nvPr/>
        </p:nvSpPr>
        <p:spPr>
          <a:xfrm>
            <a:off x="9734637" y="3792143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4" name="左大括号 13">
            <a:extLst>
              <a:ext uri="{FF2B5EF4-FFF2-40B4-BE49-F238E27FC236}">
                <a16:creationId xmlns:a16="http://schemas.microsoft.com/office/drawing/2014/main" id="{F13CDB13-19B3-F0E6-EF89-B746FE830A24}"/>
              </a:ext>
            </a:extLst>
          </p:cNvPr>
          <p:cNvSpPr/>
          <p:nvPr/>
        </p:nvSpPr>
        <p:spPr>
          <a:xfrm rot="10800000" flipH="1">
            <a:off x="6198236" y="2411960"/>
            <a:ext cx="417184" cy="2500868"/>
          </a:xfrm>
          <a:prstGeom prst="leftBrace">
            <a:avLst>
              <a:gd name="adj1" fmla="val 21655"/>
              <a:gd name="adj2" fmla="val 50551"/>
            </a:avLst>
          </a:prstGeom>
          <a:ln w="28575">
            <a:solidFill>
              <a:schemeClr val="accent4">
                <a:lumMod val="75000"/>
                <a:alpha val="69804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65BCDF98-D2DD-0EA3-AC2A-2DD1AA6F0BFA}"/>
              </a:ext>
            </a:extLst>
          </p:cNvPr>
          <p:cNvCxnSpPr>
            <a:cxnSpLocks/>
            <a:stCxn id="18" idx="1"/>
            <a:endCxn id="14" idx="1"/>
          </p:cNvCxnSpPr>
          <p:nvPr/>
        </p:nvCxnSpPr>
        <p:spPr>
          <a:xfrm rot="16200000" flipH="1" flipV="1">
            <a:off x="6948889" y="432137"/>
            <a:ext cx="2465823" cy="3967129"/>
          </a:xfrm>
          <a:prstGeom prst="bentConnector4">
            <a:avLst>
              <a:gd name="adj1" fmla="val -28029"/>
              <a:gd name="adj2" fmla="val 105762"/>
            </a:avLst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F6C57610-5EC0-E77F-4D1A-F30036004FAE}"/>
              </a:ext>
            </a:extLst>
          </p:cNvPr>
          <p:cNvSpPr txBox="1"/>
          <p:nvPr/>
        </p:nvSpPr>
        <p:spPr>
          <a:xfrm>
            <a:off x="4711218" y="611277"/>
            <a:ext cx="1038549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</a:rPr>
              <a:t>진입</a:t>
            </a:r>
            <a:b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LED 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밝기 설정 모드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15" name="箭头: 左 14">
            <a:extLst>
              <a:ext uri="{FF2B5EF4-FFF2-40B4-BE49-F238E27FC236}">
                <a16:creationId xmlns:a16="http://schemas.microsoft.com/office/drawing/2014/main" id="{B1639FC3-4CB9-53D6-89BF-729E4E87A160}"/>
              </a:ext>
            </a:extLst>
          </p:cNvPr>
          <p:cNvSpPr/>
          <p:nvPr/>
        </p:nvSpPr>
        <p:spPr>
          <a:xfrm rot="2159241">
            <a:off x="4220521" y="759362"/>
            <a:ext cx="437078" cy="304655"/>
          </a:xfrm>
          <a:prstGeom prst="leftArrow">
            <a:avLst/>
          </a:prstGeom>
          <a:noFill/>
          <a:ln w="28575">
            <a:solidFill>
              <a:srgbClr val="2F528F">
                <a:alpha val="6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左 16">
            <a:extLst>
              <a:ext uri="{FF2B5EF4-FFF2-40B4-BE49-F238E27FC236}">
                <a16:creationId xmlns:a16="http://schemas.microsoft.com/office/drawing/2014/main" id="{79668B78-2B63-7992-A80A-6D990EDB590E}"/>
              </a:ext>
            </a:extLst>
          </p:cNvPr>
          <p:cNvSpPr/>
          <p:nvPr/>
        </p:nvSpPr>
        <p:spPr>
          <a:xfrm rot="13792854">
            <a:off x="5143135" y="1561683"/>
            <a:ext cx="437078" cy="304655"/>
          </a:xfrm>
          <a:prstGeom prst="leftArrow">
            <a:avLst/>
          </a:prstGeom>
          <a:noFill/>
          <a:ln w="28575">
            <a:solidFill>
              <a:srgbClr val="2F528F">
                <a:alpha val="6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FE9104F1-959C-D2CB-01BE-BA2A3DDAB86B}"/>
              </a:ext>
            </a:extLst>
          </p:cNvPr>
          <p:cNvCxnSpPr>
            <a:cxnSpLocks/>
            <a:stCxn id="18" idx="1"/>
            <a:endCxn id="5" idx="0"/>
          </p:cNvCxnSpPr>
          <p:nvPr/>
        </p:nvCxnSpPr>
        <p:spPr>
          <a:xfrm rot="16200000" flipV="1">
            <a:off x="7412172" y="-1570402"/>
            <a:ext cx="571514" cy="4934872"/>
          </a:xfrm>
          <a:prstGeom prst="bentConnector3">
            <a:avLst>
              <a:gd name="adj1" fmla="val 155832"/>
            </a:avLst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014979D7-7DEE-1F69-6C96-06F069A25351}"/>
              </a:ext>
            </a:extLst>
          </p:cNvPr>
          <p:cNvSpPr/>
          <p:nvPr/>
        </p:nvSpPr>
        <p:spPr>
          <a:xfrm>
            <a:off x="6705666" y="1371191"/>
            <a:ext cx="505170" cy="544949"/>
          </a:xfrm>
          <a:prstGeom prst="roundRect">
            <a:avLst>
              <a:gd name="adj" fmla="val 9697"/>
            </a:avLst>
          </a:prstGeom>
          <a:solidFill>
            <a:schemeClr val="accent1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ko-KR" altLang="en-US" sz="800" b="1" dirty="0">
                <a:solidFill>
                  <a:srgbClr val="00B0F0"/>
                </a:solidFill>
              </a:rPr>
              <a:t>설정 </a:t>
            </a:r>
            <a:r>
              <a:rPr lang="en-US" altLang="zh-CN" sz="800" b="1" dirty="0">
                <a:solidFill>
                  <a:srgbClr val="00B0F0"/>
                </a:solidFill>
              </a:rPr>
              <a:t>1</a:t>
            </a:r>
            <a:endParaRPr lang="zh-CN" altLang="en-US" sz="800" b="1" dirty="0">
              <a:solidFill>
                <a:srgbClr val="00B0F0"/>
              </a:solidFill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8D7D4DA-EFB5-D449-CB1A-2986381B2D01}"/>
              </a:ext>
            </a:extLst>
          </p:cNvPr>
          <p:cNvSpPr/>
          <p:nvPr/>
        </p:nvSpPr>
        <p:spPr>
          <a:xfrm>
            <a:off x="7522269" y="1371191"/>
            <a:ext cx="505170" cy="544949"/>
          </a:xfrm>
          <a:prstGeom prst="roundRect">
            <a:avLst>
              <a:gd name="adj" fmla="val 9697"/>
            </a:avLst>
          </a:prstGeom>
          <a:solidFill>
            <a:schemeClr val="accent1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ko-KR" altLang="en-US" sz="800" b="1" dirty="0">
                <a:solidFill>
                  <a:srgbClr val="00B0F0"/>
                </a:solidFill>
              </a:rPr>
              <a:t>설정 </a:t>
            </a:r>
            <a:r>
              <a:rPr lang="en-US" altLang="zh-CN" sz="800" b="1" dirty="0">
                <a:solidFill>
                  <a:srgbClr val="00B0F0"/>
                </a:solidFill>
              </a:rPr>
              <a:t>2</a:t>
            </a:r>
            <a:endParaRPr lang="zh-CN" altLang="en-US" sz="800" b="1" dirty="0">
              <a:solidFill>
                <a:srgbClr val="00B0F0"/>
              </a:solidFill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E40991A2-15E8-57CE-B084-9C3A4F2CD1C8}"/>
              </a:ext>
            </a:extLst>
          </p:cNvPr>
          <p:cNvSpPr/>
          <p:nvPr/>
        </p:nvSpPr>
        <p:spPr>
          <a:xfrm>
            <a:off x="8338872" y="1371191"/>
            <a:ext cx="505170" cy="544949"/>
          </a:xfrm>
          <a:prstGeom prst="roundRect">
            <a:avLst>
              <a:gd name="adj" fmla="val 9697"/>
            </a:avLst>
          </a:prstGeom>
          <a:solidFill>
            <a:schemeClr val="accent1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ko-KR" altLang="en-US" sz="800" b="1" dirty="0">
                <a:solidFill>
                  <a:srgbClr val="00B0F0"/>
                </a:solidFill>
              </a:rPr>
              <a:t>설정 </a:t>
            </a:r>
            <a:r>
              <a:rPr lang="en-US" altLang="zh-CN" sz="800" b="1" dirty="0">
                <a:solidFill>
                  <a:srgbClr val="00B0F0"/>
                </a:solidFill>
              </a:rPr>
              <a:t>3</a:t>
            </a:r>
            <a:endParaRPr lang="zh-CN" altLang="en-US" sz="800" b="1" dirty="0">
              <a:solidFill>
                <a:srgbClr val="00B0F0"/>
              </a:solidFill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D204F28-EAA6-2E2E-9CBC-903654084277}"/>
              </a:ext>
            </a:extLst>
          </p:cNvPr>
          <p:cNvSpPr/>
          <p:nvPr/>
        </p:nvSpPr>
        <p:spPr>
          <a:xfrm>
            <a:off x="9155476" y="1371191"/>
            <a:ext cx="505170" cy="544949"/>
          </a:xfrm>
          <a:prstGeom prst="roundRect">
            <a:avLst>
              <a:gd name="adj" fmla="val 9697"/>
            </a:avLst>
          </a:prstGeom>
          <a:solidFill>
            <a:schemeClr val="accent1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ko-KR" altLang="en-US" sz="800" b="1" dirty="0">
                <a:solidFill>
                  <a:srgbClr val="00B0F0"/>
                </a:solidFill>
              </a:rPr>
              <a:t>설정 </a:t>
            </a:r>
            <a:r>
              <a:rPr lang="en-US" altLang="zh-CN" sz="800" b="1" dirty="0">
                <a:solidFill>
                  <a:srgbClr val="00B0F0"/>
                </a:solidFill>
              </a:rPr>
              <a:t>4</a:t>
            </a:r>
            <a:endParaRPr lang="zh-CN" altLang="en-US" sz="800" b="1" dirty="0">
              <a:solidFill>
                <a:srgbClr val="00B0F0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C5B98BD-D32E-0467-4999-13E39CB2234A}"/>
              </a:ext>
            </a:extLst>
          </p:cNvPr>
          <p:cNvSpPr txBox="1"/>
          <p:nvPr/>
        </p:nvSpPr>
        <p:spPr>
          <a:xfrm>
            <a:off x="10648947" y="729243"/>
            <a:ext cx="1282703" cy="287718"/>
          </a:xfrm>
          <a:prstGeom prst="roundRect">
            <a:avLst>
              <a:gd name="adj" fmla="val 29099"/>
            </a:avLst>
          </a:prstGeom>
          <a:solidFill>
            <a:srgbClr val="FF0000"/>
          </a:solidFill>
        </p:spPr>
        <p:txBody>
          <a:bodyPr wrap="square" lIns="36000" tIns="0" rIns="36000" bIns="0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altLang="ko-KR" sz="1200" b="1" dirty="0">
                <a:solidFill>
                  <a:schemeClr val="bg1"/>
                </a:solidFill>
              </a:rPr>
              <a:t>5 </a:t>
            </a:r>
            <a:r>
              <a:rPr lang="ko-KR" altLang="en-US" sz="1200" b="1" dirty="0">
                <a:solidFill>
                  <a:schemeClr val="bg1"/>
                </a:solidFill>
              </a:rPr>
              <a:t>초간 누르세요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6FD8B2F8-7A2E-EBDD-FD39-1590BFC96A30}"/>
              </a:ext>
            </a:extLst>
          </p:cNvPr>
          <p:cNvCxnSpPr>
            <a:cxnSpLocks/>
            <a:stCxn id="27" idx="1"/>
            <a:endCxn id="18" idx="1"/>
          </p:cNvCxnSpPr>
          <p:nvPr/>
        </p:nvCxnSpPr>
        <p:spPr>
          <a:xfrm rot="10800000" flipV="1">
            <a:off x="10165365" y="873101"/>
            <a:ext cx="483582" cy="309689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284F0BDC-5247-E02D-66F8-8F05E80A08A1}"/>
              </a:ext>
            </a:extLst>
          </p:cNvPr>
          <p:cNvCxnSpPr>
            <a:cxnSpLocks/>
            <a:stCxn id="18" idx="1"/>
            <a:endCxn id="46" idx="1"/>
          </p:cNvCxnSpPr>
          <p:nvPr/>
        </p:nvCxnSpPr>
        <p:spPr>
          <a:xfrm rot="16200000" flipV="1">
            <a:off x="9039203" y="56628"/>
            <a:ext cx="290640" cy="1961685"/>
          </a:xfrm>
          <a:prstGeom prst="bentConnector3">
            <a:avLst>
              <a:gd name="adj1" fmla="val 178239"/>
            </a:avLst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左大括号 45">
            <a:extLst>
              <a:ext uri="{FF2B5EF4-FFF2-40B4-BE49-F238E27FC236}">
                <a16:creationId xmlns:a16="http://schemas.microsoft.com/office/drawing/2014/main" id="{2F60031D-675D-D94D-4D2C-DF3ECB39BE66}"/>
              </a:ext>
            </a:extLst>
          </p:cNvPr>
          <p:cNvSpPr/>
          <p:nvPr/>
        </p:nvSpPr>
        <p:spPr>
          <a:xfrm rot="16200000" flipH="1">
            <a:off x="7981512" y="-131110"/>
            <a:ext cx="417184" cy="2463705"/>
          </a:xfrm>
          <a:prstGeom prst="leftBrace">
            <a:avLst>
              <a:gd name="adj1" fmla="val 21655"/>
              <a:gd name="adj2" fmla="val 50551"/>
            </a:avLst>
          </a:prstGeom>
          <a:ln w="28575">
            <a:solidFill>
              <a:schemeClr val="accent1">
                <a:alpha val="69804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488414E0-F5A0-9B67-4C7B-88F593DAA69D}"/>
              </a:ext>
            </a:extLst>
          </p:cNvPr>
          <p:cNvSpPr txBox="1"/>
          <p:nvPr/>
        </p:nvSpPr>
        <p:spPr>
          <a:xfrm>
            <a:off x="5496720" y="3662368"/>
            <a:ext cx="9940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BF9000"/>
                </a:solidFill>
              </a:rPr>
              <a:t>설정 항목 선택</a:t>
            </a:r>
            <a:endParaRPr lang="zh-CN" altLang="en-US" sz="1400" b="1" dirty="0">
              <a:solidFill>
                <a:srgbClr val="BF9000"/>
              </a:solidFill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7A7C930-7FF2-D26A-8ADB-3135AE4309F6}"/>
              </a:ext>
            </a:extLst>
          </p:cNvPr>
          <p:cNvSpPr txBox="1"/>
          <p:nvPr/>
        </p:nvSpPr>
        <p:spPr>
          <a:xfrm>
            <a:off x="7052734" y="696587"/>
            <a:ext cx="11696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7C9DCE"/>
                </a:solidFill>
              </a:rPr>
              <a:t>프로필 전환</a:t>
            </a:r>
            <a:endParaRPr lang="zh-CN" altLang="en-US" sz="1400" b="1" dirty="0">
              <a:solidFill>
                <a:srgbClr val="7C9DC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45102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D0127-CF43-FC19-0A45-F9653E7A3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2FF41F5-C865-30C2-925D-0C09CE2E1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LED </a:t>
            </a:r>
            <a:r>
              <a:rPr lang="ko-KR" altLang="en-US" dirty="0"/>
              <a:t>밝기 설정 모드</a:t>
            </a:r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ADA7346-BFB6-93E4-57AC-02D27AE7D8B7}"/>
              </a:ext>
            </a:extLst>
          </p:cNvPr>
          <p:cNvSpPr/>
          <p:nvPr/>
        </p:nvSpPr>
        <p:spPr>
          <a:xfrm>
            <a:off x="9928225" y="1540930"/>
            <a:ext cx="190500" cy="203200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9333A0F-DEB7-18DF-18BD-ACF889DDA26F}"/>
              </a:ext>
            </a:extLst>
          </p:cNvPr>
          <p:cNvSpPr/>
          <p:nvPr/>
        </p:nvSpPr>
        <p:spPr>
          <a:xfrm>
            <a:off x="10202862" y="1540930"/>
            <a:ext cx="190500" cy="203200"/>
          </a:xfrm>
          <a:prstGeom prst="roundRect">
            <a:avLst/>
          </a:prstGeom>
          <a:solidFill>
            <a:srgbClr val="00B05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94E52F9-FBE5-E6A3-7338-601B8BB07DAE}"/>
              </a:ext>
            </a:extLst>
          </p:cNvPr>
          <p:cNvSpPr txBox="1"/>
          <p:nvPr/>
        </p:nvSpPr>
        <p:spPr>
          <a:xfrm>
            <a:off x="10945773" y="1518699"/>
            <a:ext cx="514616" cy="230832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ko-KR" altLang="en-US" sz="1500" b="1" dirty="0">
                <a:solidFill>
                  <a:srgbClr val="00B050"/>
                </a:solidFill>
              </a:rPr>
              <a:t>확인</a:t>
            </a:r>
            <a:endParaRPr lang="zh-CN" altLang="en-US" sz="1500" b="1" dirty="0">
              <a:solidFill>
                <a:srgbClr val="00B05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8B4ED50-979E-E7C7-8838-2FE86891650C}"/>
              </a:ext>
            </a:extLst>
          </p:cNvPr>
          <p:cNvSpPr txBox="1"/>
          <p:nvPr/>
        </p:nvSpPr>
        <p:spPr>
          <a:xfrm>
            <a:off x="4609653" y="876242"/>
            <a:ext cx="1038549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LED</a:t>
            </a:r>
            <a:b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</a:rPr>
              <a:t>밝기 조정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3" name="箭头: 左 32">
            <a:extLst>
              <a:ext uri="{FF2B5EF4-FFF2-40B4-BE49-F238E27FC236}">
                <a16:creationId xmlns:a16="http://schemas.microsoft.com/office/drawing/2014/main" id="{CFA0A0AA-F6B2-7268-5AFB-9CEC534047F1}"/>
              </a:ext>
            </a:extLst>
          </p:cNvPr>
          <p:cNvSpPr/>
          <p:nvPr/>
        </p:nvSpPr>
        <p:spPr>
          <a:xfrm rot="2159241">
            <a:off x="4250152" y="788993"/>
            <a:ext cx="437078" cy="304655"/>
          </a:xfrm>
          <a:prstGeom prst="leftArrow">
            <a:avLst/>
          </a:prstGeom>
          <a:noFill/>
          <a:ln w="28575">
            <a:solidFill>
              <a:srgbClr val="2F528F">
                <a:alpha val="6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箭头: 左 33">
            <a:extLst>
              <a:ext uri="{FF2B5EF4-FFF2-40B4-BE49-F238E27FC236}">
                <a16:creationId xmlns:a16="http://schemas.microsoft.com/office/drawing/2014/main" id="{8EA50FC6-0DE8-777A-25AC-EACDD6B88386}"/>
              </a:ext>
            </a:extLst>
          </p:cNvPr>
          <p:cNvSpPr/>
          <p:nvPr/>
        </p:nvSpPr>
        <p:spPr>
          <a:xfrm rot="13792854">
            <a:off x="5113504" y="1532052"/>
            <a:ext cx="437078" cy="304655"/>
          </a:xfrm>
          <a:prstGeom prst="leftArrow">
            <a:avLst/>
          </a:prstGeom>
          <a:noFill/>
          <a:ln w="28575">
            <a:solidFill>
              <a:srgbClr val="2F528F">
                <a:alpha val="6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470B28A8-0570-2456-0B33-550B5D71EF36}"/>
              </a:ext>
            </a:extLst>
          </p:cNvPr>
          <p:cNvCxnSpPr>
            <a:cxnSpLocks/>
            <a:stCxn id="7" idx="3"/>
            <a:endCxn id="32" idx="1"/>
          </p:cNvCxnSpPr>
          <p:nvPr/>
        </p:nvCxnSpPr>
        <p:spPr>
          <a:xfrm flipV="1">
            <a:off x="10393362" y="1634115"/>
            <a:ext cx="552411" cy="8415"/>
          </a:xfrm>
          <a:prstGeom prst="line">
            <a:avLst/>
          </a:prstGeom>
          <a:ln w="28575">
            <a:solidFill>
              <a:srgbClr val="00B050">
                <a:alpha val="69804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05D0701C-A5E5-EA3F-AAC9-C7E2A23FB2B1}"/>
              </a:ext>
            </a:extLst>
          </p:cNvPr>
          <p:cNvSpPr txBox="1"/>
          <p:nvPr/>
        </p:nvSpPr>
        <p:spPr>
          <a:xfrm>
            <a:off x="10945773" y="1762247"/>
            <a:ext cx="783772" cy="230832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ko-KR" altLang="en-US" sz="1500" b="1" dirty="0">
                <a:solidFill>
                  <a:srgbClr val="FF0000"/>
                </a:solidFill>
              </a:rPr>
              <a:t>취소</a:t>
            </a:r>
            <a:endParaRPr lang="zh-CN" altLang="en-US" sz="1500" b="1" dirty="0">
              <a:solidFill>
                <a:srgbClr val="FF0000"/>
              </a:solidFill>
            </a:endParaRPr>
          </a:p>
        </p:txBody>
      </p: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8DAFC814-1EBF-2FFB-BD69-2468C35A0C46}"/>
              </a:ext>
            </a:extLst>
          </p:cNvPr>
          <p:cNvCxnSpPr>
            <a:cxnSpLocks/>
            <a:stCxn id="4" idx="2"/>
            <a:endCxn id="41" idx="1"/>
          </p:cNvCxnSpPr>
          <p:nvPr/>
        </p:nvCxnSpPr>
        <p:spPr>
          <a:xfrm rot="16200000" flipH="1">
            <a:off x="10417858" y="1349747"/>
            <a:ext cx="133533" cy="922298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左大括号 5">
            <a:extLst>
              <a:ext uri="{FF2B5EF4-FFF2-40B4-BE49-F238E27FC236}">
                <a16:creationId xmlns:a16="http://schemas.microsoft.com/office/drawing/2014/main" id="{3F8A812D-BF46-B020-82A3-F17031A59E87}"/>
              </a:ext>
            </a:extLst>
          </p:cNvPr>
          <p:cNvSpPr/>
          <p:nvPr/>
        </p:nvSpPr>
        <p:spPr>
          <a:xfrm rot="16200000">
            <a:off x="8380727" y="3301847"/>
            <a:ext cx="389999" cy="3776150"/>
          </a:xfrm>
          <a:prstGeom prst="leftBrace">
            <a:avLst>
              <a:gd name="adj1" fmla="val 21655"/>
              <a:gd name="adj2" fmla="val 49829"/>
            </a:avLst>
          </a:prstGeom>
          <a:ln w="28575">
            <a:solidFill>
              <a:schemeClr val="accent4">
                <a:lumMod val="75000"/>
                <a:alpha val="69804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81E38B3-E1D7-5990-6DE6-3900D509FACF}"/>
              </a:ext>
            </a:extLst>
          </p:cNvPr>
          <p:cNvSpPr txBox="1"/>
          <p:nvPr/>
        </p:nvSpPr>
        <p:spPr>
          <a:xfrm>
            <a:off x="7526908" y="5393376"/>
            <a:ext cx="2085483" cy="31892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altLang="zh-CN" dirty="0"/>
              <a:t>1-7 </a:t>
            </a:r>
            <a:r>
              <a:rPr lang="ko-KR" altLang="en-US" dirty="0"/>
              <a:t>빠른 설정</a:t>
            </a:r>
            <a:endParaRPr lang="zh-CN" altLang="en-US" dirty="0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6E1B7EEB-6C89-15A7-23AD-9368263D1362}"/>
              </a:ext>
            </a:extLst>
          </p:cNvPr>
          <p:cNvSpPr/>
          <p:nvPr/>
        </p:nvSpPr>
        <p:spPr>
          <a:xfrm>
            <a:off x="7210835" y="2412706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17%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28063550-B48E-679E-BDD9-51695265F1A7}"/>
              </a:ext>
            </a:extLst>
          </p:cNvPr>
          <p:cNvSpPr/>
          <p:nvPr/>
        </p:nvSpPr>
        <p:spPr>
          <a:xfrm>
            <a:off x="8222426" y="2412706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50%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92DC8B99-4786-30B2-1C8D-57A45A544479}"/>
              </a:ext>
            </a:extLst>
          </p:cNvPr>
          <p:cNvSpPr/>
          <p:nvPr/>
        </p:nvSpPr>
        <p:spPr>
          <a:xfrm>
            <a:off x="9233780" y="2412706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83%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ED9EE1FB-8543-282C-C77C-AAE2611B302C}"/>
              </a:ext>
            </a:extLst>
          </p:cNvPr>
          <p:cNvSpPr/>
          <p:nvPr/>
        </p:nvSpPr>
        <p:spPr>
          <a:xfrm>
            <a:off x="6705666" y="3792890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0%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E725208E-944E-F9BA-83C2-DA0161905737}"/>
              </a:ext>
            </a:extLst>
          </p:cNvPr>
          <p:cNvSpPr/>
          <p:nvPr/>
        </p:nvSpPr>
        <p:spPr>
          <a:xfrm>
            <a:off x="7712792" y="3796173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33%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53615B31-A158-A552-41BF-000ED2830D4C}"/>
              </a:ext>
            </a:extLst>
          </p:cNvPr>
          <p:cNvSpPr/>
          <p:nvPr/>
        </p:nvSpPr>
        <p:spPr>
          <a:xfrm>
            <a:off x="8727511" y="3792890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67%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EDC33ED4-0ACD-7341-5112-9D8A53F94E2D}"/>
              </a:ext>
            </a:extLst>
          </p:cNvPr>
          <p:cNvSpPr/>
          <p:nvPr/>
        </p:nvSpPr>
        <p:spPr>
          <a:xfrm>
            <a:off x="9734637" y="3792890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100%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51AF011B-DC57-50B6-ACF3-2728C4CE6BFF}"/>
              </a:ext>
            </a:extLst>
          </p:cNvPr>
          <p:cNvSpPr/>
          <p:nvPr/>
        </p:nvSpPr>
        <p:spPr>
          <a:xfrm>
            <a:off x="6687650" y="1358667"/>
            <a:ext cx="546588" cy="559594"/>
          </a:xfrm>
          <a:prstGeom prst="roundRect">
            <a:avLst>
              <a:gd name="adj" fmla="val 9697"/>
            </a:avLst>
          </a:prstGeom>
          <a:solidFill>
            <a:schemeClr val="accent3">
              <a:lumMod val="20000"/>
              <a:lumOff val="8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62550511-3EF8-2847-CF56-2086DB14FBBE}"/>
              </a:ext>
            </a:extLst>
          </p:cNvPr>
          <p:cNvSpPr/>
          <p:nvPr/>
        </p:nvSpPr>
        <p:spPr>
          <a:xfrm>
            <a:off x="7504419" y="1358667"/>
            <a:ext cx="546588" cy="559594"/>
          </a:xfrm>
          <a:prstGeom prst="roundRect">
            <a:avLst>
              <a:gd name="adj" fmla="val 9697"/>
            </a:avLst>
          </a:prstGeom>
          <a:solidFill>
            <a:schemeClr val="accent3">
              <a:lumMod val="20000"/>
              <a:lumOff val="80000"/>
              <a:alpha val="4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6B25031-C3C1-765F-2D9D-5C57A1BC84BA}"/>
              </a:ext>
            </a:extLst>
          </p:cNvPr>
          <p:cNvCxnSpPr>
            <a:cxnSpLocks/>
            <a:stCxn id="10" idx="2"/>
            <a:endCxn id="2" idx="0"/>
          </p:cNvCxnSpPr>
          <p:nvPr/>
        </p:nvCxnSpPr>
        <p:spPr>
          <a:xfrm>
            <a:off x="6913567" y="854546"/>
            <a:ext cx="47377" cy="504121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13722858-7502-8CAA-46FE-3638572B9456}"/>
              </a:ext>
            </a:extLst>
          </p:cNvPr>
          <p:cNvSpPr txBox="1"/>
          <p:nvPr/>
        </p:nvSpPr>
        <p:spPr>
          <a:xfrm>
            <a:off x="6469198" y="560757"/>
            <a:ext cx="888737" cy="29378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턴테이블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6550654-1AE2-8BC7-C11B-B926B109F4AF}"/>
              </a:ext>
            </a:extLst>
          </p:cNvPr>
          <p:cNvCxnSpPr>
            <a:cxnSpLocks/>
            <a:stCxn id="12" idx="2"/>
            <a:endCxn id="5" idx="0"/>
          </p:cNvCxnSpPr>
          <p:nvPr/>
        </p:nvCxnSpPr>
        <p:spPr>
          <a:xfrm flipH="1">
            <a:off x="7777713" y="854546"/>
            <a:ext cx="83147" cy="504121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BF8715EC-8AD3-8301-1143-D234E5943773}"/>
              </a:ext>
            </a:extLst>
          </p:cNvPr>
          <p:cNvSpPr txBox="1"/>
          <p:nvPr/>
        </p:nvSpPr>
        <p:spPr>
          <a:xfrm>
            <a:off x="7416491" y="560757"/>
            <a:ext cx="888737" cy="29378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버튼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14F7C7D-739A-4C16-EA67-C1A4AC698BB3}"/>
              </a:ext>
            </a:extLst>
          </p:cNvPr>
          <p:cNvSpPr txBox="1"/>
          <p:nvPr/>
        </p:nvSpPr>
        <p:spPr>
          <a:xfrm>
            <a:off x="8305228" y="673656"/>
            <a:ext cx="3626067" cy="40612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0070C0"/>
            </a:solidFill>
            <a:prstDash val="sysDot"/>
          </a:ln>
          <a:effectLst/>
        </p:spPr>
        <p:txBody>
          <a:bodyPr wrap="square" lIns="54000" tIns="36000" rIns="36000" bIns="36000" rtlCol="0">
            <a:spAutoFit/>
          </a:bodyPr>
          <a:lstStyle>
            <a:defPPr>
              <a:defRPr lang="zh-CN"/>
            </a:defPPr>
            <a:lvl1pPr>
              <a:lnSpc>
                <a:spcPts val="1300"/>
              </a:lnSpc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ko-KR" altLang="en-US" sz="1100" dirty="0"/>
              <a:t>밝기는 전체 최대 밝기를 의미합니다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r>
              <a:rPr lang="ko-KR" altLang="en-US" sz="1100" dirty="0"/>
              <a:t>턴테이블과 버튼의 밝기는 각각 따로 설정할 수 있습니다</a:t>
            </a:r>
            <a:r>
              <a:rPr lang="en-US" altLang="ko-KR" sz="1100" dirty="0"/>
              <a:t>.</a:t>
            </a:r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9864135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355EF-ED19-B14C-FBB0-3B512493D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7562602-8E47-5BF8-2755-E8AA5CED5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기본 설정 모드</a:t>
            </a:r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EA4935B9-7BA0-2560-2C95-CA861F1E34BA}"/>
              </a:ext>
            </a:extLst>
          </p:cNvPr>
          <p:cNvSpPr/>
          <p:nvPr/>
        </p:nvSpPr>
        <p:spPr>
          <a:xfrm>
            <a:off x="9928225" y="1540930"/>
            <a:ext cx="190500" cy="203200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A400AEF-5070-9F2D-47B3-49CE892EE69E}"/>
              </a:ext>
            </a:extLst>
          </p:cNvPr>
          <p:cNvSpPr/>
          <p:nvPr/>
        </p:nvSpPr>
        <p:spPr>
          <a:xfrm>
            <a:off x="10202862" y="1540930"/>
            <a:ext cx="190500" cy="203200"/>
          </a:xfrm>
          <a:prstGeom prst="roundRect">
            <a:avLst/>
          </a:prstGeom>
          <a:solidFill>
            <a:srgbClr val="00B05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51DDCEE-3325-C603-FC8E-9DCEE55D5331}"/>
              </a:ext>
            </a:extLst>
          </p:cNvPr>
          <p:cNvSpPr/>
          <p:nvPr/>
        </p:nvSpPr>
        <p:spPr>
          <a:xfrm>
            <a:off x="6687650" y="1358667"/>
            <a:ext cx="546588" cy="559594"/>
          </a:xfrm>
          <a:prstGeom prst="roundRect">
            <a:avLst>
              <a:gd name="adj" fmla="val 9697"/>
            </a:avLst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300D5C1-6C71-21F2-6334-09E8B95FE277}"/>
              </a:ext>
            </a:extLst>
          </p:cNvPr>
          <p:cNvSpPr/>
          <p:nvPr/>
        </p:nvSpPr>
        <p:spPr>
          <a:xfrm>
            <a:off x="7504419" y="1358667"/>
            <a:ext cx="546588" cy="559594"/>
          </a:xfrm>
          <a:prstGeom prst="roundRect">
            <a:avLst>
              <a:gd name="adj" fmla="val 9697"/>
            </a:avLst>
          </a:prstGeom>
          <a:solidFill>
            <a:srgbClr val="1991F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15101808-CEDC-A6E0-008E-47477104612D}"/>
              </a:ext>
            </a:extLst>
          </p:cNvPr>
          <p:cNvSpPr/>
          <p:nvPr/>
        </p:nvSpPr>
        <p:spPr>
          <a:xfrm>
            <a:off x="8321188" y="1358667"/>
            <a:ext cx="546588" cy="559594"/>
          </a:xfrm>
          <a:prstGeom prst="roundRect">
            <a:avLst>
              <a:gd name="adj" fmla="val 9697"/>
            </a:avLst>
          </a:prstGeom>
          <a:solidFill>
            <a:schemeClr val="accent2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300CD19A-AC88-0796-A440-848541BEBE10}"/>
              </a:ext>
            </a:extLst>
          </p:cNvPr>
          <p:cNvSpPr/>
          <p:nvPr/>
        </p:nvSpPr>
        <p:spPr>
          <a:xfrm>
            <a:off x="9133195" y="1358667"/>
            <a:ext cx="546588" cy="559594"/>
          </a:xfrm>
          <a:prstGeom prst="roundRect">
            <a:avLst>
              <a:gd name="adj" fmla="val 9697"/>
            </a:avLst>
          </a:prstGeom>
          <a:solidFill>
            <a:schemeClr val="accent1">
              <a:lumMod val="60000"/>
              <a:lumOff val="40000"/>
              <a:alpha val="50196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4FB6379-B787-63B8-718F-AA170547B880}"/>
              </a:ext>
            </a:extLst>
          </p:cNvPr>
          <p:cNvSpPr txBox="1"/>
          <p:nvPr/>
        </p:nvSpPr>
        <p:spPr>
          <a:xfrm>
            <a:off x="10945773" y="1518699"/>
            <a:ext cx="546588" cy="230832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ko-KR" altLang="en-US" sz="1500" b="1" dirty="0">
                <a:solidFill>
                  <a:srgbClr val="00B050"/>
                </a:solidFill>
              </a:rPr>
              <a:t>확인</a:t>
            </a:r>
            <a:endParaRPr lang="zh-CN" altLang="en-US" sz="1500" b="1" dirty="0">
              <a:solidFill>
                <a:srgbClr val="00B05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D9F8966-2BEF-436E-2793-CCDA83E7D52A}"/>
              </a:ext>
            </a:extLst>
          </p:cNvPr>
          <p:cNvSpPr txBox="1"/>
          <p:nvPr/>
        </p:nvSpPr>
        <p:spPr>
          <a:xfrm>
            <a:off x="4666240" y="1082605"/>
            <a:ext cx="1038549" cy="31892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LED 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</a:rPr>
              <a:t>설정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3" name="箭头: 左 32">
            <a:extLst>
              <a:ext uri="{FF2B5EF4-FFF2-40B4-BE49-F238E27FC236}">
                <a16:creationId xmlns:a16="http://schemas.microsoft.com/office/drawing/2014/main" id="{3D79BBCC-D8D8-7222-7407-794681C2B5D6}"/>
              </a:ext>
            </a:extLst>
          </p:cNvPr>
          <p:cNvSpPr/>
          <p:nvPr/>
        </p:nvSpPr>
        <p:spPr>
          <a:xfrm rot="2159241">
            <a:off x="4250152" y="788993"/>
            <a:ext cx="437078" cy="304655"/>
          </a:xfrm>
          <a:prstGeom prst="leftArrow">
            <a:avLst/>
          </a:prstGeom>
          <a:noFill/>
          <a:ln w="28575">
            <a:solidFill>
              <a:srgbClr val="2F528F">
                <a:alpha val="6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箭头: 左 33">
            <a:extLst>
              <a:ext uri="{FF2B5EF4-FFF2-40B4-BE49-F238E27FC236}">
                <a16:creationId xmlns:a16="http://schemas.microsoft.com/office/drawing/2014/main" id="{4791C1C0-C59A-6FD2-1E2B-62BC6E1C2F2C}"/>
              </a:ext>
            </a:extLst>
          </p:cNvPr>
          <p:cNvSpPr/>
          <p:nvPr/>
        </p:nvSpPr>
        <p:spPr>
          <a:xfrm rot="13792854">
            <a:off x="5113504" y="1532052"/>
            <a:ext cx="437078" cy="304655"/>
          </a:xfrm>
          <a:prstGeom prst="leftArrow">
            <a:avLst/>
          </a:prstGeom>
          <a:noFill/>
          <a:ln w="28575">
            <a:solidFill>
              <a:srgbClr val="2F528F">
                <a:alpha val="6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A485B129-CB7F-E91E-D0A6-8F11FCA233C4}"/>
              </a:ext>
            </a:extLst>
          </p:cNvPr>
          <p:cNvCxnSpPr>
            <a:cxnSpLocks/>
            <a:stCxn id="7" idx="3"/>
            <a:endCxn id="32" idx="1"/>
          </p:cNvCxnSpPr>
          <p:nvPr/>
        </p:nvCxnSpPr>
        <p:spPr>
          <a:xfrm flipV="1">
            <a:off x="10393362" y="1634115"/>
            <a:ext cx="552411" cy="8415"/>
          </a:xfrm>
          <a:prstGeom prst="line">
            <a:avLst/>
          </a:prstGeom>
          <a:ln w="28575">
            <a:solidFill>
              <a:srgbClr val="00B050">
                <a:alpha val="69804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BF03540A-21EC-8BBD-7CD7-5BFF7CA407F3}"/>
              </a:ext>
            </a:extLst>
          </p:cNvPr>
          <p:cNvSpPr txBox="1"/>
          <p:nvPr/>
        </p:nvSpPr>
        <p:spPr>
          <a:xfrm>
            <a:off x="10945773" y="1762247"/>
            <a:ext cx="783772" cy="230832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ko-KR" altLang="en-US" sz="1500" b="1" dirty="0">
                <a:solidFill>
                  <a:srgbClr val="FF0000"/>
                </a:solidFill>
              </a:rPr>
              <a:t>취소</a:t>
            </a:r>
            <a:endParaRPr lang="zh-CN" altLang="en-US" sz="1500" b="1" dirty="0">
              <a:solidFill>
                <a:srgbClr val="FF0000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5B59329-D69E-4802-B22D-67DF61501842}"/>
              </a:ext>
            </a:extLst>
          </p:cNvPr>
          <p:cNvCxnSpPr>
            <a:cxnSpLocks/>
            <a:stCxn id="11" idx="2"/>
            <a:endCxn id="22" idx="0"/>
          </p:cNvCxnSpPr>
          <p:nvPr/>
        </p:nvCxnSpPr>
        <p:spPr>
          <a:xfrm>
            <a:off x="6960944" y="1156717"/>
            <a:ext cx="0" cy="201950"/>
          </a:xfrm>
          <a:prstGeom prst="line">
            <a:avLst/>
          </a:prstGeom>
          <a:ln w="28575">
            <a:solidFill>
              <a:srgbClr val="FF0000">
                <a:alpha val="69804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C6086C62-660C-6B80-0D3E-7431C3BFC0D9}"/>
              </a:ext>
            </a:extLst>
          </p:cNvPr>
          <p:cNvSpPr txBox="1"/>
          <p:nvPr/>
        </p:nvSpPr>
        <p:spPr>
          <a:xfrm>
            <a:off x="6516575" y="696215"/>
            <a:ext cx="888737" cy="46050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400" b="1" dirty="0">
                <a:solidFill>
                  <a:srgbClr val="FF0000"/>
                </a:solidFill>
              </a:rPr>
              <a:t>첫 번째 </a:t>
            </a:r>
            <a:r>
              <a:rPr lang="en-US" altLang="zh-CN" sz="1400" b="1" dirty="0">
                <a:solidFill>
                  <a:srgbClr val="FF0000"/>
                </a:solidFill>
              </a:rPr>
              <a:t>LED </a:t>
            </a:r>
            <a:r>
              <a:rPr lang="ko-KR" altLang="en-US" sz="1400" b="1" dirty="0">
                <a:solidFill>
                  <a:srgbClr val="FF0000"/>
                </a:solidFill>
              </a:rPr>
              <a:t>설정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A7D542D-E2EE-0EF7-5CFD-803455D22C51}"/>
              </a:ext>
            </a:extLst>
          </p:cNvPr>
          <p:cNvCxnSpPr>
            <a:cxnSpLocks/>
            <a:stCxn id="20" idx="2"/>
            <a:endCxn id="24" idx="0"/>
          </p:cNvCxnSpPr>
          <p:nvPr/>
        </p:nvCxnSpPr>
        <p:spPr>
          <a:xfrm>
            <a:off x="7775581" y="1156717"/>
            <a:ext cx="2132" cy="201950"/>
          </a:xfrm>
          <a:prstGeom prst="line">
            <a:avLst/>
          </a:prstGeom>
          <a:ln w="28575">
            <a:solidFill>
              <a:srgbClr val="00B050">
                <a:alpha val="69804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D937D3BD-3FEF-9437-837F-BD04FA1EBB50}"/>
              </a:ext>
            </a:extLst>
          </p:cNvPr>
          <p:cNvSpPr txBox="1"/>
          <p:nvPr/>
        </p:nvSpPr>
        <p:spPr>
          <a:xfrm>
            <a:off x="7331212" y="696215"/>
            <a:ext cx="888737" cy="46050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400" b="1" dirty="0">
                <a:solidFill>
                  <a:srgbClr val="1971FF"/>
                </a:solidFill>
              </a:rPr>
              <a:t>마지막 </a:t>
            </a:r>
            <a:r>
              <a:rPr lang="en-US" altLang="zh-CN" sz="1400" b="1" dirty="0">
                <a:solidFill>
                  <a:srgbClr val="1971FF"/>
                </a:solidFill>
              </a:rPr>
              <a:t>LED </a:t>
            </a:r>
            <a:r>
              <a:rPr lang="ko-KR" altLang="en-US" sz="1400" b="1" dirty="0">
                <a:solidFill>
                  <a:srgbClr val="1971FF"/>
                </a:solidFill>
              </a:rPr>
              <a:t>설정</a:t>
            </a:r>
            <a:endParaRPr lang="zh-CN" altLang="en-US" sz="1400" b="1" dirty="0">
              <a:solidFill>
                <a:srgbClr val="1971FF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A9FCEF6-4F27-327B-2AB4-3A7E8D858C8D}"/>
              </a:ext>
            </a:extLst>
          </p:cNvPr>
          <p:cNvSpPr txBox="1"/>
          <p:nvPr/>
        </p:nvSpPr>
        <p:spPr>
          <a:xfrm>
            <a:off x="8048876" y="696215"/>
            <a:ext cx="1084320" cy="46050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1400" b="1" dirty="0">
                <a:solidFill>
                  <a:schemeClr val="accent2">
                    <a:lumMod val="75000"/>
                  </a:schemeClr>
                </a:solidFill>
              </a:rPr>
              <a:t>LED</a:t>
            </a:r>
          </a:p>
          <a:p>
            <a:pPr algn="ctr">
              <a:lnSpc>
                <a:spcPct val="90000"/>
              </a:lnSpc>
            </a:pPr>
            <a:r>
              <a:rPr lang="ko-KR" altLang="en-US" sz="1400" b="1" dirty="0">
                <a:solidFill>
                  <a:schemeClr val="accent2">
                    <a:lumMod val="75000"/>
                  </a:schemeClr>
                </a:solidFill>
              </a:rPr>
              <a:t>방향</a:t>
            </a:r>
            <a:endParaRPr lang="zh-CN" altLang="en-US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6E604AD4-3056-E11E-8462-5D036F3C6BA5}"/>
              </a:ext>
            </a:extLst>
          </p:cNvPr>
          <p:cNvCxnSpPr>
            <a:cxnSpLocks/>
            <a:stCxn id="28" idx="2"/>
            <a:endCxn id="25" idx="0"/>
          </p:cNvCxnSpPr>
          <p:nvPr/>
        </p:nvCxnSpPr>
        <p:spPr>
          <a:xfrm>
            <a:off x="8591036" y="1156717"/>
            <a:ext cx="3446" cy="201950"/>
          </a:xfrm>
          <a:prstGeom prst="line">
            <a:avLst/>
          </a:prstGeom>
          <a:ln w="28575">
            <a:solidFill>
              <a:schemeClr val="accent2">
                <a:lumMod val="75000"/>
                <a:alpha val="69804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C4F2E11D-4D8B-1362-1E79-8513F2014F9F}"/>
              </a:ext>
            </a:extLst>
          </p:cNvPr>
          <p:cNvSpPr txBox="1"/>
          <p:nvPr/>
        </p:nvSpPr>
        <p:spPr>
          <a:xfrm>
            <a:off x="9006808" y="696215"/>
            <a:ext cx="809907" cy="46050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400" b="1" dirty="0">
                <a:solidFill>
                  <a:schemeClr val="accent5">
                    <a:lumMod val="75000"/>
                  </a:schemeClr>
                </a:solidFill>
              </a:rPr>
              <a:t>센서 모드</a:t>
            </a:r>
            <a:endParaRPr lang="zh-CN" altLang="en-US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4615F428-EC1F-5C59-EE84-7A8C0C54E77F}"/>
              </a:ext>
            </a:extLst>
          </p:cNvPr>
          <p:cNvCxnSpPr>
            <a:cxnSpLocks/>
            <a:stCxn id="39" idx="2"/>
            <a:endCxn id="26" idx="0"/>
          </p:cNvCxnSpPr>
          <p:nvPr/>
        </p:nvCxnSpPr>
        <p:spPr>
          <a:xfrm flipH="1">
            <a:off x="9406489" y="1156717"/>
            <a:ext cx="5273" cy="201950"/>
          </a:xfrm>
          <a:prstGeom prst="line">
            <a:avLst/>
          </a:prstGeom>
          <a:ln w="28575">
            <a:solidFill>
              <a:schemeClr val="accent5">
                <a:lumMod val="75000"/>
                <a:alpha val="69804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6FF90D7A-9A4F-AE3D-6C5A-400837729A00}"/>
              </a:ext>
            </a:extLst>
          </p:cNvPr>
          <p:cNvCxnSpPr>
            <a:cxnSpLocks/>
            <a:stCxn id="4" idx="2"/>
            <a:endCxn id="41" idx="1"/>
          </p:cNvCxnSpPr>
          <p:nvPr/>
        </p:nvCxnSpPr>
        <p:spPr>
          <a:xfrm rot="16200000" flipH="1">
            <a:off x="10417858" y="1349747"/>
            <a:ext cx="133533" cy="922298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744BDE7F-9678-6666-A32A-6F7FF59ED3C4}"/>
              </a:ext>
            </a:extLst>
          </p:cNvPr>
          <p:cNvSpPr txBox="1"/>
          <p:nvPr/>
        </p:nvSpPr>
        <p:spPr>
          <a:xfrm>
            <a:off x="10222848" y="639566"/>
            <a:ext cx="809907" cy="57284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0070C0"/>
            </a:solidFill>
            <a:prstDash val="sysDot"/>
          </a:ln>
          <a:effectLst/>
        </p:spPr>
        <p:txBody>
          <a:bodyPr wrap="square" lIns="54000" tIns="36000" rIns="36000" bIns="36000" rtlCol="0">
            <a:spAutoFit/>
          </a:bodyPr>
          <a:lstStyle/>
          <a:p>
            <a:pPr>
              <a:lnSpc>
                <a:spcPts val="1300"/>
              </a:lnSpc>
            </a:pPr>
            <a:r>
              <a:rPr lang="ko-KR" altLang="en-US" sz="1200" b="1" dirty="0">
                <a:solidFill>
                  <a:schemeClr val="accent4">
                    <a:lumMod val="75000"/>
                  </a:schemeClr>
                </a:solidFill>
              </a:rPr>
              <a:t>일반</a:t>
            </a:r>
            <a:br>
              <a:rPr lang="en-US" altLang="ko-KR" sz="12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ko-KR" altLang="en-US" sz="1200" b="1" dirty="0">
                <a:solidFill>
                  <a:srgbClr val="00B0F0"/>
                </a:solidFill>
              </a:rPr>
              <a:t>반전</a:t>
            </a:r>
            <a:br>
              <a:rPr lang="en-US" altLang="zh-CN" sz="12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altLang="zh-CN" sz="1200" b="1" dirty="0">
                <a:solidFill>
                  <a:srgbClr val="FF0000"/>
                </a:solidFill>
              </a:rPr>
              <a:t>LR2 </a:t>
            </a:r>
            <a:r>
              <a:rPr lang="ko-KR" altLang="en-US" sz="1200" b="1" dirty="0">
                <a:solidFill>
                  <a:srgbClr val="FF0000"/>
                </a:solidFill>
              </a:rPr>
              <a:t>전용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66" name="连接符: 肘形 65">
            <a:extLst>
              <a:ext uri="{FF2B5EF4-FFF2-40B4-BE49-F238E27FC236}">
                <a16:creationId xmlns:a16="http://schemas.microsoft.com/office/drawing/2014/main" id="{BC569191-2E29-2EED-68E6-A8EBD9AFA862}"/>
              </a:ext>
            </a:extLst>
          </p:cNvPr>
          <p:cNvCxnSpPr>
            <a:cxnSpLocks/>
            <a:stCxn id="39" idx="3"/>
            <a:endCxn id="62" idx="1"/>
          </p:cNvCxnSpPr>
          <p:nvPr/>
        </p:nvCxnSpPr>
        <p:spPr>
          <a:xfrm flipV="1">
            <a:off x="9816715" y="925986"/>
            <a:ext cx="406133" cy="480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5">
                <a:lumMod val="75000"/>
                <a:alpha val="69804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C911A496-FE39-DE1A-1B4A-538D6D88BA4C}"/>
              </a:ext>
            </a:extLst>
          </p:cNvPr>
          <p:cNvSpPr txBox="1"/>
          <p:nvPr/>
        </p:nvSpPr>
        <p:spPr>
          <a:xfrm>
            <a:off x="7907518" y="290517"/>
            <a:ext cx="1369141" cy="25223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0070C0"/>
            </a:solidFill>
            <a:prstDash val="sysDot"/>
          </a:ln>
          <a:effectLst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ko-KR" altLang="en-US" sz="1200" b="1" dirty="0">
                <a:solidFill>
                  <a:schemeClr val="accent4">
                    <a:lumMod val="75000"/>
                  </a:schemeClr>
                </a:solidFill>
              </a:rPr>
              <a:t>일반 </a:t>
            </a:r>
            <a:r>
              <a:rPr lang="ko-KR" altLang="en-US" sz="1200" b="1" dirty="0">
                <a:solidFill>
                  <a:srgbClr val="00B0F0"/>
                </a:solidFill>
              </a:rPr>
              <a:t>반전</a:t>
            </a:r>
            <a:endParaRPr lang="en-US" altLang="zh-CN" sz="1200" b="1" dirty="0">
              <a:solidFill>
                <a:srgbClr val="00B0F0"/>
              </a:solidFill>
            </a:endParaRPr>
          </a:p>
        </p:txBody>
      </p: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0F2245D9-6AC3-4CA0-413C-33A5DEB2A907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 rot="5400000">
            <a:off x="8514834" y="618959"/>
            <a:ext cx="153459" cy="1053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5">
                <a:lumMod val="75000"/>
                <a:alpha val="69804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左大括号 11">
            <a:extLst>
              <a:ext uri="{FF2B5EF4-FFF2-40B4-BE49-F238E27FC236}">
                <a16:creationId xmlns:a16="http://schemas.microsoft.com/office/drawing/2014/main" id="{EBD34604-2383-3C57-90EC-4453F480DC43}"/>
              </a:ext>
            </a:extLst>
          </p:cNvPr>
          <p:cNvSpPr/>
          <p:nvPr/>
        </p:nvSpPr>
        <p:spPr>
          <a:xfrm rot="16200000">
            <a:off x="8380727" y="3301847"/>
            <a:ext cx="389999" cy="3776150"/>
          </a:xfrm>
          <a:prstGeom prst="leftBrace">
            <a:avLst>
              <a:gd name="adj1" fmla="val 21655"/>
              <a:gd name="adj2" fmla="val 49829"/>
            </a:avLst>
          </a:prstGeom>
          <a:ln w="28575">
            <a:solidFill>
              <a:schemeClr val="accent4">
                <a:lumMod val="75000"/>
                <a:alpha val="69804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5D6F121-FA92-EF9D-A688-C9A780FC11EC}"/>
              </a:ext>
            </a:extLst>
          </p:cNvPr>
          <p:cNvSpPr txBox="1"/>
          <p:nvPr/>
        </p:nvSpPr>
        <p:spPr>
          <a:xfrm>
            <a:off x="7526908" y="5393376"/>
            <a:ext cx="2085483" cy="31892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ko-KR" altLang="en-US" dirty="0"/>
              <a:t>턴테이블 해상도</a:t>
            </a:r>
            <a:endParaRPr lang="zh-CN" altLang="en-US" dirty="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DA506B6-6E6D-E22C-B2EF-71C38B372973}"/>
              </a:ext>
            </a:extLst>
          </p:cNvPr>
          <p:cNvSpPr/>
          <p:nvPr/>
        </p:nvSpPr>
        <p:spPr>
          <a:xfrm>
            <a:off x="6705666" y="3792143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b"/>
          <a:lstStyle/>
          <a:p>
            <a:pPr algn="ctr">
              <a:lnSpc>
                <a:spcPct val="80000"/>
              </a:lnSpc>
            </a:pPr>
            <a:r>
              <a:rPr lang="en-US" altLang="zh-CN" sz="1100" b="1" dirty="0">
                <a:solidFill>
                  <a:schemeClr val="bg1"/>
                </a:solidFill>
                <a:highlight>
                  <a:srgbClr val="808080"/>
                </a:highlight>
              </a:rPr>
              <a:t>512</a:t>
            </a:r>
            <a:r>
              <a:rPr lang="en-US" altLang="zh-CN" sz="1100" b="1" spc="100" dirty="0">
                <a:solidFill>
                  <a:srgbClr val="BF9000"/>
                </a:solidFill>
              </a:rPr>
              <a:t>/</a:t>
            </a:r>
            <a:r>
              <a:rPr lang="en-US" altLang="zh-CN" sz="1100" b="1" dirty="0">
                <a:solidFill>
                  <a:srgbClr val="0083E6"/>
                </a:solidFill>
              </a:rPr>
              <a:t>256</a:t>
            </a:r>
            <a:br>
              <a:rPr lang="en-US" altLang="zh-CN" sz="14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ppr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E185BFC-D1EC-680E-75E8-5E16219C9634}"/>
              </a:ext>
            </a:extLst>
          </p:cNvPr>
          <p:cNvSpPr/>
          <p:nvPr/>
        </p:nvSpPr>
        <p:spPr>
          <a:xfrm>
            <a:off x="7712792" y="3795426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b"/>
          <a:lstStyle/>
          <a:p>
            <a:pPr algn="ctr">
              <a:lnSpc>
                <a:spcPct val="80000"/>
              </a:lnSpc>
            </a:pPr>
            <a:r>
              <a:rPr lang="en-US" altLang="zh-CN" sz="1100" b="1" dirty="0">
                <a:solidFill>
                  <a:schemeClr val="bg1"/>
                </a:solidFill>
                <a:highlight>
                  <a:srgbClr val="808080"/>
                </a:highlight>
              </a:rPr>
              <a:t>200</a:t>
            </a:r>
            <a:r>
              <a:rPr lang="en-US" altLang="zh-CN" sz="1100" b="1" dirty="0">
                <a:solidFill>
                  <a:srgbClr val="BF9000"/>
                </a:solidFill>
              </a:rPr>
              <a:t>/</a:t>
            </a:r>
            <a:r>
              <a:rPr lang="en-US" altLang="zh-CN" sz="1100" b="1" dirty="0">
                <a:solidFill>
                  <a:srgbClr val="0083E6"/>
                </a:solidFill>
              </a:rPr>
              <a:t>128</a:t>
            </a:r>
            <a:br>
              <a:rPr lang="en-US" altLang="zh-CN" sz="24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 ppr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EFBB42F4-83D3-A4AC-304D-D31A4F68E6E1}"/>
              </a:ext>
            </a:extLst>
          </p:cNvPr>
          <p:cNvSpPr/>
          <p:nvPr/>
        </p:nvSpPr>
        <p:spPr>
          <a:xfrm>
            <a:off x="8727511" y="3792143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b"/>
          <a:lstStyle/>
          <a:p>
            <a:pPr algn="ctr">
              <a:lnSpc>
                <a:spcPct val="80000"/>
              </a:lnSpc>
            </a:pPr>
            <a:r>
              <a:rPr lang="en-US" altLang="zh-CN" sz="1100" b="1" dirty="0">
                <a:solidFill>
                  <a:schemeClr val="bg1"/>
                </a:solidFill>
                <a:highlight>
                  <a:srgbClr val="808080"/>
                </a:highlight>
              </a:rPr>
              <a:t>96</a:t>
            </a:r>
            <a:r>
              <a:rPr lang="en-US" altLang="zh-CN" sz="1100" b="1" dirty="0">
                <a:solidFill>
                  <a:srgbClr val="BF9000"/>
                </a:solidFill>
              </a:rPr>
              <a:t>/</a:t>
            </a:r>
            <a:r>
              <a:rPr lang="en-US" altLang="zh-CN" sz="1100" b="1" dirty="0">
                <a:solidFill>
                  <a:srgbClr val="0083E6"/>
                </a:solidFill>
              </a:rPr>
              <a:t>64</a:t>
            </a:r>
            <a:b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ppr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BF9F78A-D9E7-CD22-A46A-587328ACF5A4}"/>
              </a:ext>
            </a:extLst>
          </p:cNvPr>
          <p:cNvSpPr/>
          <p:nvPr/>
        </p:nvSpPr>
        <p:spPr>
          <a:xfrm>
            <a:off x="9734637" y="3792143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b"/>
          <a:lstStyle/>
          <a:p>
            <a:pPr algn="ctr">
              <a:lnSpc>
                <a:spcPct val="80000"/>
              </a:lnSpc>
            </a:pPr>
            <a:r>
              <a:rPr lang="en-US" altLang="zh-CN" sz="1100" b="1" dirty="0">
                <a:solidFill>
                  <a:schemeClr val="bg1"/>
                </a:solidFill>
                <a:highlight>
                  <a:srgbClr val="808080"/>
                </a:highlight>
              </a:rPr>
              <a:t>48</a:t>
            </a:r>
            <a:r>
              <a:rPr lang="en-US" altLang="zh-CN" sz="1100" b="1" dirty="0">
                <a:solidFill>
                  <a:srgbClr val="BF9000"/>
                </a:solidFill>
              </a:rPr>
              <a:t>/</a:t>
            </a:r>
            <a:r>
              <a:rPr lang="en-US" altLang="zh-CN" sz="1100" b="1" dirty="0">
                <a:solidFill>
                  <a:srgbClr val="0083E6"/>
                </a:solidFill>
              </a:rPr>
              <a:t>32</a:t>
            </a:r>
            <a:b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ppr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9C75C704-CC4D-2C6F-E9BD-7C2318C11E80}"/>
              </a:ext>
            </a:extLst>
          </p:cNvPr>
          <p:cNvSpPr/>
          <p:nvPr/>
        </p:nvSpPr>
        <p:spPr>
          <a:xfrm>
            <a:off x="7213073" y="2424509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6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b"/>
          <a:lstStyle/>
          <a:p>
            <a:pPr algn="ctr"/>
            <a:r>
              <a:rPr lang="ko-KR" altLang="en-US" sz="1000" b="1" dirty="0">
                <a:solidFill>
                  <a:schemeClr val="accent4">
                    <a:lumMod val="75000"/>
                  </a:schemeClr>
                </a:solidFill>
              </a:rPr>
              <a:t>키패드</a:t>
            </a:r>
            <a:br>
              <a:rPr lang="en-US" altLang="zh-CN" sz="1000" b="1" dirty="0">
                <a:solidFill>
                  <a:schemeClr val="accent4">
                    <a:lumMod val="75000"/>
                  </a:schemeClr>
                </a:solidFill>
              </a:rPr>
            </a:br>
            <a:endParaRPr lang="en-US" altLang="zh-CN" sz="1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C185C3F-0B0F-FE72-D78A-C22C65D55040}"/>
              </a:ext>
            </a:extLst>
          </p:cNvPr>
          <p:cNvSpPr/>
          <p:nvPr/>
        </p:nvSpPr>
        <p:spPr>
          <a:xfrm>
            <a:off x="8222426" y="2409810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6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b"/>
          <a:lstStyle/>
          <a:p>
            <a:pPr algn="ctr"/>
            <a:r>
              <a:rPr lang="ko-KR" altLang="en-US" sz="1000" b="1" dirty="0">
                <a:solidFill>
                  <a:schemeClr val="accent4">
                    <a:lumMod val="75000"/>
                  </a:schemeClr>
                </a:solidFill>
              </a:rPr>
              <a:t>턴테이블</a:t>
            </a:r>
            <a:br>
              <a:rPr lang="en-US" altLang="ko-KR" sz="1000" b="1" dirty="0">
                <a:solidFill>
                  <a:schemeClr val="accent4">
                    <a:lumMod val="75000"/>
                  </a:schemeClr>
                </a:solidFill>
              </a:rPr>
            </a:br>
            <a:endParaRPr lang="zh-CN" altLang="en-US" sz="1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25DA9B7-2C30-E038-F5BB-51FDD72A2BE6}"/>
              </a:ext>
            </a:extLst>
          </p:cNvPr>
          <p:cNvSpPr/>
          <p:nvPr/>
        </p:nvSpPr>
        <p:spPr>
          <a:xfrm>
            <a:off x="9231779" y="2402287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6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b"/>
          <a:lstStyle/>
          <a:p>
            <a:pPr algn="ctr"/>
            <a:r>
              <a:rPr lang="en-US" altLang="zh-CN" sz="1000" b="1" dirty="0">
                <a:solidFill>
                  <a:schemeClr val="accent4">
                    <a:lumMod val="75000"/>
                  </a:schemeClr>
                </a:solidFill>
              </a:rPr>
              <a:t>E1~E4</a:t>
            </a:r>
            <a:br>
              <a:rPr lang="en-US" altLang="zh-CN" sz="1000" b="1" dirty="0">
                <a:solidFill>
                  <a:schemeClr val="accent4">
                    <a:lumMod val="75000"/>
                  </a:schemeClr>
                </a:solidFill>
              </a:rPr>
            </a:br>
            <a:endParaRPr lang="zh-CN" altLang="en-US" sz="1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左大括号 8">
            <a:extLst>
              <a:ext uri="{FF2B5EF4-FFF2-40B4-BE49-F238E27FC236}">
                <a16:creationId xmlns:a16="http://schemas.microsoft.com/office/drawing/2014/main" id="{9C385629-A27E-157C-E9C2-5836A26EBA81}"/>
              </a:ext>
            </a:extLst>
          </p:cNvPr>
          <p:cNvSpPr/>
          <p:nvPr/>
        </p:nvSpPr>
        <p:spPr>
          <a:xfrm rot="10800000">
            <a:off x="10499229" y="2396081"/>
            <a:ext cx="389999" cy="1164430"/>
          </a:xfrm>
          <a:prstGeom prst="leftBrace">
            <a:avLst>
              <a:gd name="adj1" fmla="val 21655"/>
              <a:gd name="adj2" fmla="val 49829"/>
            </a:avLst>
          </a:prstGeom>
          <a:ln w="28575">
            <a:solidFill>
              <a:schemeClr val="accent4">
                <a:lumMod val="75000"/>
                <a:alpha val="69804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1FEB09C-7C8C-7EDD-74F1-15C304FFB298}"/>
              </a:ext>
            </a:extLst>
          </p:cNvPr>
          <p:cNvSpPr txBox="1"/>
          <p:nvPr/>
        </p:nvSpPr>
        <p:spPr>
          <a:xfrm>
            <a:off x="10746343" y="2681642"/>
            <a:ext cx="1188611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altLang="zh-CN" dirty="0"/>
              <a:t>LED</a:t>
            </a:r>
            <a:br>
              <a:rPr lang="en-US" altLang="zh-CN" dirty="0"/>
            </a:br>
            <a:r>
              <a:rPr lang="ko-KR" altLang="en-US" dirty="0"/>
              <a:t>픽셀 포맷</a:t>
            </a:r>
            <a:endParaRPr lang="en-US" altLang="zh-CN" dirty="0"/>
          </a:p>
          <a:p>
            <a:r>
              <a:rPr lang="en-US" altLang="zh-CN" dirty="0">
                <a:solidFill>
                  <a:schemeClr val="accent4">
                    <a:lumMod val="50000"/>
                  </a:schemeClr>
                </a:solidFill>
              </a:rPr>
              <a:t>GRB/RGB</a:t>
            </a:r>
            <a:endParaRPr lang="zh-CN" alt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22239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12436-9390-0FD4-CE44-F78838EA7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6681AAFA-3CA0-A59C-F0D2-6EC8C61D1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버튼 </a:t>
            </a:r>
            <a:r>
              <a:rPr lang="en-US" altLang="zh-CN" dirty="0"/>
              <a:t>On/Off </a:t>
            </a:r>
            <a:r>
              <a:rPr lang="ko-KR" altLang="en-US" dirty="0"/>
              <a:t>조명 설정</a:t>
            </a:r>
            <a:endParaRPr lang="zh-CN" alt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50449820-4FFA-BCC0-227E-C0A807C4B450}"/>
              </a:ext>
            </a:extLst>
          </p:cNvPr>
          <p:cNvGrpSpPr/>
          <p:nvPr/>
        </p:nvGrpSpPr>
        <p:grpSpPr>
          <a:xfrm>
            <a:off x="2955941" y="1829094"/>
            <a:ext cx="1283680" cy="1695231"/>
            <a:chOff x="2477438" y="1454900"/>
            <a:chExt cx="1283680" cy="1695231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D6889C20-7208-E242-7866-C8D861F9AA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77438" y="1454900"/>
              <a:ext cx="1283680" cy="1243731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E8DFB60-A712-6E9D-39DD-F77D064561D9}"/>
                </a:ext>
              </a:extLst>
            </p:cNvPr>
            <p:cNvSpPr txBox="1"/>
            <p:nvPr/>
          </p:nvSpPr>
          <p:spPr>
            <a:xfrm>
              <a:off x="2477438" y="2811577"/>
              <a:ext cx="1283680" cy="33855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altLang="zh-CN" sz="1600" dirty="0"/>
                <a:t>1. </a:t>
              </a:r>
              <a:r>
                <a:rPr lang="ko-KR" altLang="en-US" sz="1600" dirty="0"/>
                <a:t>색상 설정</a:t>
              </a:r>
              <a:endParaRPr lang="zh-CN" altLang="en-US" sz="1600" dirty="0"/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52C3588-534A-70C4-BC3D-56754CB269D4}"/>
              </a:ext>
            </a:extLst>
          </p:cNvPr>
          <p:cNvGrpSpPr/>
          <p:nvPr/>
        </p:nvGrpSpPr>
        <p:grpSpPr>
          <a:xfrm>
            <a:off x="5055079" y="1829094"/>
            <a:ext cx="1869057" cy="1695230"/>
            <a:chOff x="5068457" y="1084236"/>
            <a:chExt cx="1869057" cy="1695230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046D7BFF-63C6-1637-579E-1E0C7D3C5C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19014" y="1084236"/>
              <a:ext cx="1283680" cy="1243731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115C40B5-A55C-F925-B158-7E1C5DC8CCE6}"/>
                </a:ext>
              </a:extLst>
            </p:cNvPr>
            <p:cNvSpPr txBox="1"/>
            <p:nvPr/>
          </p:nvSpPr>
          <p:spPr>
            <a:xfrm>
              <a:off x="5068457" y="2440912"/>
              <a:ext cx="1869057" cy="33855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altLang="zh-CN" sz="1600" dirty="0"/>
                <a:t>2. </a:t>
              </a:r>
              <a:r>
                <a:rPr lang="ko-KR" altLang="en-US" sz="1600" dirty="0"/>
                <a:t>채도 설정</a:t>
              </a:r>
              <a:endParaRPr lang="zh-CN" altLang="en-US" sz="1600" dirty="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7E2EDD2-D2AD-1F2F-649C-5697428DBA86}"/>
              </a:ext>
            </a:extLst>
          </p:cNvPr>
          <p:cNvGrpSpPr/>
          <p:nvPr/>
        </p:nvGrpSpPr>
        <p:grpSpPr>
          <a:xfrm>
            <a:off x="7635941" y="1829093"/>
            <a:ext cx="1283680" cy="1695231"/>
            <a:chOff x="7789044" y="1084235"/>
            <a:chExt cx="1283680" cy="1695231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DBC432A0-845C-DDA4-05C6-27D17C8E6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89044" y="1084235"/>
              <a:ext cx="1283680" cy="1243731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FE27E80-0D67-474C-CB25-A89CF62848AC}"/>
                </a:ext>
              </a:extLst>
            </p:cNvPr>
            <p:cNvSpPr txBox="1"/>
            <p:nvPr/>
          </p:nvSpPr>
          <p:spPr>
            <a:xfrm>
              <a:off x="7789044" y="2440912"/>
              <a:ext cx="1283680" cy="33855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altLang="zh-CN" sz="1600" dirty="0"/>
                <a:t>3. </a:t>
              </a:r>
              <a:r>
                <a:rPr lang="ko-KR" altLang="en-US" sz="1600" dirty="0"/>
                <a:t>명도 설정</a:t>
              </a:r>
              <a:endParaRPr lang="zh-CN" altLang="en-US" sz="1600" dirty="0"/>
            </a:p>
          </p:txBody>
        </p:sp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E29BFAFD-0CDA-BD34-ED77-9DC836DD47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0049" y="4504615"/>
          <a:ext cx="1025030" cy="915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r:id="rId4" imgW="1750685" imgH="1563257" progId="">
                  <p:embed/>
                </p:oleObj>
              </mc:Choice>
              <mc:Fallback>
                <p:oleObj r:id="rId4" imgW="1750685" imgH="1563257" progId="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B8463000-15B5-15AF-9E62-B194A680FF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30049" y="4504615"/>
                        <a:ext cx="1025030" cy="9153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箭头: 右 15">
            <a:extLst>
              <a:ext uri="{FF2B5EF4-FFF2-40B4-BE49-F238E27FC236}">
                <a16:creationId xmlns:a16="http://schemas.microsoft.com/office/drawing/2014/main" id="{7395F865-C838-9756-5963-0A15A4655DC4}"/>
              </a:ext>
            </a:extLst>
          </p:cNvPr>
          <p:cNvSpPr/>
          <p:nvPr/>
        </p:nvSpPr>
        <p:spPr>
          <a:xfrm>
            <a:off x="1150052" y="3503184"/>
            <a:ext cx="747623" cy="7200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EA33419-59D9-5D9F-B519-D67A41EF93D2}"/>
              </a:ext>
            </a:extLst>
          </p:cNvPr>
          <p:cNvSpPr txBox="1"/>
          <p:nvPr/>
        </p:nvSpPr>
        <p:spPr>
          <a:xfrm>
            <a:off x="5008388" y="4627315"/>
            <a:ext cx="4405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적용할 키를 선택하세요</a:t>
            </a:r>
            <a:br>
              <a:rPr lang="en-US" altLang="ko-KR" dirty="0"/>
            </a:br>
            <a:r>
              <a:rPr lang="en-US" altLang="zh-CN" dirty="0"/>
              <a:t>(</a:t>
            </a:r>
            <a:r>
              <a:rPr lang="ko-KR" altLang="en-US" dirty="0"/>
              <a:t>설정 중 언제든지 전환할 수 있습니다</a:t>
            </a:r>
            <a:r>
              <a:rPr lang="en-US" altLang="zh-CN" dirty="0"/>
              <a:t>)</a:t>
            </a:r>
          </a:p>
        </p:txBody>
      </p:sp>
      <p:sp>
        <p:nvSpPr>
          <p:cNvPr id="59" name="箭头: 右 58">
            <a:extLst>
              <a:ext uri="{FF2B5EF4-FFF2-40B4-BE49-F238E27FC236}">
                <a16:creationId xmlns:a16="http://schemas.microsoft.com/office/drawing/2014/main" id="{7F45821E-EC66-8E6D-46A8-9A6A0063CFFD}"/>
              </a:ext>
            </a:extLst>
          </p:cNvPr>
          <p:cNvSpPr/>
          <p:nvPr/>
        </p:nvSpPr>
        <p:spPr>
          <a:xfrm>
            <a:off x="4395941" y="2077146"/>
            <a:ext cx="747623" cy="7200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0" name="箭头: 右 59">
            <a:extLst>
              <a:ext uri="{FF2B5EF4-FFF2-40B4-BE49-F238E27FC236}">
                <a16:creationId xmlns:a16="http://schemas.microsoft.com/office/drawing/2014/main" id="{9C1AA9C7-D312-EBF0-2D4D-CB2DB42ABD55}"/>
              </a:ext>
            </a:extLst>
          </p:cNvPr>
          <p:cNvSpPr/>
          <p:nvPr/>
        </p:nvSpPr>
        <p:spPr>
          <a:xfrm>
            <a:off x="6735941" y="2077146"/>
            <a:ext cx="747623" cy="7200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0B7A8D2C-274E-CC02-1958-7E6BF91BDCAA}"/>
              </a:ext>
            </a:extLst>
          </p:cNvPr>
          <p:cNvCxnSpPr>
            <a:cxnSpLocks/>
          </p:cNvCxnSpPr>
          <p:nvPr/>
        </p:nvCxnSpPr>
        <p:spPr>
          <a:xfrm flipH="1">
            <a:off x="4940633" y="866307"/>
            <a:ext cx="2127276" cy="1162072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7362D36D-67BF-A497-C9A7-3B6C18816EFC}"/>
              </a:ext>
            </a:extLst>
          </p:cNvPr>
          <p:cNvCxnSpPr>
            <a:cxnSpLocks/>
          </p:cNvCxnSpPr>
          <p:nvPr/>
        </p:nvCxnSpPr>
        <p:spPr>
          <a:xfrm flipH="1">
            <a:off x="7335578" y="1153392"/>
            <a:ext cx="272697" cy="923754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1A596566-1BF4-0650-59D4-1888F56CE858}"/>
              </a:ext>
            </a:extLst>
          </p:cNvPr>
          <p:cNvCxnSpPr>
            <a:cxnSpLocks/>
          </p:cNvCxnSpPr>
          <p:nvPr/>
        </p:nvCxnSpPr>
        <p:spPr>
          <a:xfrm>
            <a:off x="8654900" y="1222035"/>
            <a:ext cx="1696798" cy="2206965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箭头: 右 83">
            <a:extLst>
              <a:ext uri="{FF2B5EF4-FFF2-40B4-BE49-F238E27FC236}">
                <a16:creationId xmlns:a16="http://schemas.microsoft.com/office/drawing/2014/main" id="{D7A72FE7-2161-3C49-8A52-7C524C8E2023}"/>
              </a:ext>
            </a:extLst>
          </p:cNvPr>
          <p:cNvSpPr/>
          <p:nvPr/>
        </p:nvSpPr>
        <p:spPr>
          <a:xfrm>
            <a:off x="10142279" y="3503184"/>
            <a:ext cx="747623" cy="7200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0EB3E575-A81D-3822-E510-076BD62D8341}"/>
              </a:ext>
            </a:extLst>
          </p:cNvPr>
          <p:cNvSpPr txBox="1"/>
          <p:nvPr/>
        </p:nvSpPr>
        <p:spPr>
          <a:xfrm>
            <a:off x="9761107" y="4304497"/>
            <a:ext cx="1499977" cy="338554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/>
            <a:r>
              <a:rPr lang="ko-KR" altLang="en-US" sz="1600" dirty="0"/>
              <a:t>완료 후 확인</a:t>
            </a:r>
            <a:endParaRPr lang="zh-CN" altLang="en-US" sz="1600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77835FAE-AE5B-266B-D5F3-311930C0FCE4}"/>
              </a:ext>
            </a:extLst>
          </p:cNvPr>
          <p:cNvSpPr txBox="1"/>
          <p:nvPr/>
        </p:nvSpPr>
        <p:spPr>
          <a:xfrm>
            <a:off x="995830" y="4330928"/>
            <a:ext cx="1036362" cy="338554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/>
            <a:r>
              <a:rPr lang="ko-KR" altLang="en-US" sz="1600" dirty="0"/>
              <a:t>시작</a:t>
            </a:r>
            <a:endParaRPr lang="zh-CN" altLang="en-US" sz="16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EF6AF66-AC06-164B-0051-97FE9DF48C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5578" y="352178"/>
            <a:ext cx="1646341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5769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A2660-CF0D-8EAE-6FFF-8602FD78C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7E79D424-4803-F7CB-5E06-9DFE5D933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홀 키 트리거 및 리셋 거리 설정</a:t>
            </a:r>
            <a:endParaRPr lang="zh-CN" alt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78B62197-131D-EC69-47B5-5BE9B828DEC4}"/>
              </a:ext>
            </a:extLst>
          </p:cNvPr>
          <p:cNvGrpSpPr/>
          <p:nvPr/>
        </p:nvGrpSpPr>
        <p:grpSpPr>
          <a:xfrm>
            <a:off x="4068963" y="1943978"/>
            <a:ext cx="2780362" cy="1243731"/>
            <a:chOff x="2477438" y="1454900"/>
            <a:chExt cx="2780362" cy="1243731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F20DC902-5AE7-799B-6078-712C0D3AB6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77438" y="1454900"/>
              <a:ext cx="1283680" cy="1243731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D705508-D34E-2BEA-90F1-9378A1B843CC}"/>
                </a:ext>
              </a:extLst>
            </p:cNvPr>
            <p:cNvSpPr txBox="1"/>
            <p:nvPr/>
          </p:nvSpPr>
          <p:spPr>
            <a:xfrm>
              <a:off x="3974120" y="1934711"/>
              <a:ext cx="1283680" cy="33855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ko-KR" altLang="en-US" sz="1600" dirty="0"/>
                <a:t>거리 설정</a:t>
              </a:r>
              <a:endParaRPr lang="zh-CN" altLang="en-US" sz="1600" b="1" dirty="0"/>
            </a:p>
          </p:txBody>
        </p:sp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3DDD7E0F-4B94-80E2-66DB-B77041021D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75192" y="3706760"/>
          <a:ext cx="1025030" cy="915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r:id="rId4" imgW="1750685" imgH="1563257" progId="">
                  <p:embed/>
                </p:oleObj>
              </mc:Choice>
              <mc:Fallback>
                <p:oleObj r:id="rId4" imgW="1750685" imgH="1563257" progId="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680B4369-3810-F04C-C507-D33AC7CDBF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75192" y="3706760"/>
                        <a:ext cx="1025030" cy="9153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箭头: 右 15">
            <a:extLst>
              <a:ext uri="{FF2B5EF4-FFF2-40B4-BE49-F238E27FC236}">
                <a16:creationId xmlns:a16="http://schemas.microsoft.com/office/drawing/2014/main" id="{D17D81A3-BA29-AB64-E87E-4CF5A3DFF15E}"/>
              </a:ext>
            </a:extLst>
          </p:cNvPr>
          <p:cNvSpPr/>
          <p:nvPr/>
        </p:nvSpPr>
        <p:spPr>
          <a:xfrm>
            <a:off x="1731839" y="2827709"/>
            <a:ext cx="747623" cy="7200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8B82DDF-5790-E331-C64A-B5050AEC8F8B}"/>
              </a:ext>
            </a:extLst>
          </p:cNvPr>
          <p:cNvSpPr txBox="1"/>
          <p:nvPr/>
        </p:nvSpPr>
        <p:spPr>
          <a:xfrm>
            <a:off x="5459144" y="3994007"/>
            <a:ext cx="22061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적용할 키 선택</a:t>
            </a:r>
            <a:endParaRPr lang="en-US" altLang="zh-CN" sz="1600" b="1" dirty="0"/>
          </a:p>
        </p:txBody>
      </p:sp>
      <p:sp>
        <p:nvSpPr>
          <p:cNvPr id="59" name="箭头: 右 58">
            <a:extLst>
              <a:ext uri="{FF2B5EF4-FFF2-40B4-BE49-F238E27FC236}">
                <a16:creationId xmlns:a16="http://schemas.microsoft.com/office/drawing/2014/main" id="{B46C9A2D-B8D7-3ED2-4F50-82A1F94F4EBD}"/>
              </a:ext>
            </a:extLst>
          </p:cNvPr>
          <p:cNvSpPr/>
          <p:nvPr/>
        </p:nvSpPr>
        <p:spPr>
          <a:xfrm>
            <a:off x="8053592" y="2980816"/>
            <a:ext cx="747623" cy="7200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64626290-6897-6804-42AC-FFC0CA309538}"/>
              </a:ext>
            </a:extLst>
          </p:cNvPr>
          <p:cNvSpPr txBox="1"/>
          <p:nvPr/>
        </p:nvSpPr>
        <p:spPr>
          <a:xfrm>
            <a:off x="1577617" y="3655453"/>
            <a:ext cx="1036362" cy="338554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/>
            <a:r>
              <a:rPr lang="ko-KR" altLang="en-US" sz="1600" dirty="0"/>
              <a:t>시작</a:t>
            </a:r>
            <a:endParaRPr lang="zh-CN" altLang="en-US" sz="16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C86A23C-5089-5112-43C0-8A02E3FE38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5915" y="2980816"/>
            <a:ext cx="1646341" cy="7200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7EA87B8-AFAF-3DE2-20B2-951ADD483576}"/>
              </a:ext>
            </a:extLst>
          </p:cNvPr>
          <p:cNvSpPr txBox="1"/>
          <p:nvPr/>
        </p:nvSpPr>
        <p:spPr>
          <a:xfrm>
            <a:off x="361329" y="248248"/>
            <a:ext cx="45052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주의</a:t>
            </a:r>
            <a:r>
              <a:rPr lang="en-US" altLang="ko-KR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ko-KR" alt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홀 효과 버전만 지원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585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A4DDD-C806-A737-5D5A-E4AE1DC48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3086FDDB-2712-733F-92A7-963F767AE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홀 센서 캘리브레이션</a:t>
            </a:r>
            <a:endParaRPr lang="zh-CN" altLang="en-US" sz="2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3AFE79F-89FC-46F5-D846-669592DC7C85}"/>
              </a:ext>
            </a:extLst>
          </p:cNvPr>
          <p:cNvSpPr txBox="1"/>
          <p:nvPr/>
        </p:nvSpPr>
        <p:spPr>
          <a:xfrm>
            <a:off x="361329" y="248248"/>
            <a:ext cx="45052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주의</a:t>
            </a:r>
            <a:r>
              <a:rPr lang="en-US" altLang="ko-KR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ko-KR" alt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홀 효과 버전만 지원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7E8E0B6-6442-CC78-00BF-B0BCE9C43CF3}"/>
              </a:ext>
            </a:extLst>
          </p:cNvPr>
          <p:cNvSpPr txBox="1"/>
          <p:nvPr/>
        </p:nvSpPr>
        <p:spPr>
          <a:xfrm>
            <a:off x="2107838" y="1342534"/>
            <a:ext cx="8292919" cy="378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트리거링이 올바르지 않다고 느껴질 때 캘리브레이션이 필요할 수 있습니다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센서 캘리브레이션은 </a:t>
            </a:r>
            <a:r>
              <a:rPr lang="en-US" altLang="ko-KR" dirty="0"/>
              <a:t>CLI(</a:t>
            </a:r>
            <a:r>
              <a:rPr lang="ko-KR" altLang="en-US" dirty="0"/>
              <a:t>명령줄 인터페이스</a:t>
            </a:r>
            <a:r>
              <a:rPr lang="en-US" altLang="ko-KR" dirty="0"/>
              <a:t>)</a:t>
            </a:r>
            <a:r>
              <a:rPr lang="ko-KR" altLang="en-US" dirty="0"/>
              <a:t>를 통해서만 수행할 수 있습니다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CLI </a:t>
            </a:r>
            <a:r>
              <a:rPr lang="ko-KR" altLang="en-US" dirty="0"/>
              <a:t>에 접근하려면 시리얼 터미널 도구가 필요합니다</a:t>
            </a:r>
            <a:r>
              <a:rPr lang="en-US" altLang="ko-KR" dirty="0"/>
              <a:t>. </a:t>
            </a:r>
            <a:r>
              <a:rPr lang="ko-KR" altLang="en-US" dirty="0"/>
              <a:t>다음 온라인 도구를 사용하세요：</a:t>
            </a:r>
            <a:br>
              <a:rPr lang="ko-KR" altLang="en-US" dirty="0"/>
            </a:br>
            <a:r>
              <a:rPr lang="en-US" altLang="ko-KR" dirty="0">
                <a:hlinkClick r:id="rId2"/>
              </a:rPr>
              <a:t>https://googlechromelabs.github.io/serial-terminal/</a:t>
            </a:r>
            <a:endParaRPr lang="ko-KR" alt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CLI </a:t>
            </a:r>
            <a:r>
              <a:rPr lang="ko-KR" altLang="en-US" dirty="0"/>
              <a:t>에 진입한 후</a:t>
            </a:r>
            <a:r>
              <a:rPr lang="en-US" altLang="ko-KR" dirty="0"/>
              <a:t>, </a:t>
            </a:r>
            <a:r>
              <a:rPr lang="ko-KR" altLang="en-US" dirty="0"/>
              <a:t>아래 단계에 따라 보정하세요</a:t>
            </a:r>
            <a:r>
              <a:rPr lang="en-US" altLang="ko-KR" dirty="0"/>
              <a:t>:</a:t>
            </a:r>
            <a:endParaRPr lang="ko-KR" alt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Consolas" panose="020B0609020204030204" pitchFamily="49" charset="0"/>
              </a:rPr>
              <a:t>"calibrate" </a:t>
            </a:r>
            <a:r>
              <a:rPr lang="ko-KR" altLang="en-US" dirty="0"/>
              <a:t>명령을 입력하세요</a:t>
            </a:r>
            <a:r>
              <a:rPr lang="en-US" altLang="ko-KR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7</a:t>
            </a:r>
            <a:r>
              <a:rPr lang="ko-KR" altLang="en-US" dirty="0"/>
              <a:t>개 키를 모두 무작위로 눌러서 모든 키가 눌렸는지 확인하세요</a:t>
            </a:r>
            <a:r>
              <a:rPr lang="en-US" altLang="ko-KR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완료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493972"/>
      </p:ext>
    </p:extLst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1184</Words>
  <Application>Microsoft Office PowerPoint</Application>
  <PresentationFormat>Widescreen</PresentationFormat>
  <Paragraphs>256</Paragraphs>
  <Slides>24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等线</vt:lpstr>
      <vt:lpstr>等线 Light</vt:lpstr>
      <vt:lpstr>Arial</vt:lpstr>
      <vt:lpstr>Consolas</vt:lpstr>
      <vt:lpstr>自定义设计方案</vt:lpstr>
      <vt:lpstr>Office 主题​​</vt:lpstr>
      <vt:lpstr>1_自定义设计方案</vt:lpstr>
      <vt:lpstr>PowerPoint Presentation</vt:lpstr>
      <vt:lpstr>POWER-ON</vt:lpstr>
      <vt:lpstr>NORMAL MODE</vt:lpstr>
      <vt:lpstr>LED LEVEL MODE</vt:lpstr>
      <vt:lpstr>SETUP MODE</vt:lpstr>
      <vt:lpstr>Set Key On/Off Light</vt:lpstr>
      <vt:lpstr>Set Key Trigger/Release Distance</vt:lpstr>
      <vt:lpstr>Hall Effect Sensor Calibration</vt:lpstr>
      <vt:lpstr>PowerPoint Presentation</vt:lpstr>
      <vt:lpstr>上电</vt:lpstr>
      <vt:lpstr>一般模式</vt:lpstr>
      <vt:lpstr>LED 亮度设置模式</vt:lpstr>
      <vt:lpstr>基础设定模式</vt:lpstr>
      <vt:lpstr>设置按键 On/Off 灯光</vt:lpstr>
      <vt:lpstr>设置霍尔按键触发和恢复行程</vt:lpstr>
      <vt:lpstr>霍尔传感器校准</vt:lpstr>
      <vt:lpstr>PowerPoint Presentation</vt:lpstr>
      <vt:lpstr>전원 켜기</vt:lpstr>
      <vt:lpstr>일반 모드</vt:lpstr>
      <vt:lpstr>LED 밝기 설정 모드</vt:lpstr>
      <vt:lpstr>기본 설정 모드</vt:lpstr>
      <vt:lpstr>버튼 On/Off 조명 설정</vt:lpstr>
      <vt:lpstr>홀 키 트리거 및 리셋 거리 설정</vt:lpstr>
      <vt:lpstr>홀 센서 캘리브레이션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Hao Wu</dc:creator>
  <cp:lastModifiedBy>Вячеслав Миронов</cp:lastModifiedBy>
  <cp:revision>563</cp:revision>
  <cp:lastPrinted>2025-10-15T06:08:58Z</cp:lastPrinted>
  <dcterms:created xsi:type="dcterms:W3CDTF">2023-04-15T05:48:36Z</dcterms:created>
  <dcterms:modified xsi:type="dcterms:W3CDTF">2025-12-18T02:23:11Z</dcterms:modified>
</cp:coreProperties>
</file>